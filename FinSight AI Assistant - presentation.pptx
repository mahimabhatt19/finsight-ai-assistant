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4"/>
  </p:sldMasterIdLst>
  <p:notesMasterIdLst>
    <p:notesMasterId r:id="rId24"/>
  </p:notesMasterIdLst>
  <p:handoutMasterIdLst>
    <p:handoutMasterId r:id="rId25"/>
  </p:handoutMasterIdLst>
  <p:sldIdLst>
    <p:sldId id="2076137621" r:id="rId5"/>
    <p:sldId id="2147374236" r:id="rId6"/>
    <p:sldId id="2147374238" r:id="rId7"/>
    <p:sldId id="2147374253" r:id="rId8"/>
    <p:sldId id="2147374229" r:id="rId9"/>
    <p:sldId id="2147374258" r:id="rId10"/>
    <p:sldId id="2147374259" r:id="rId11"/>
    <p:sldId id="2147374280" r:id="rId12"/>
    <p:sldId id="2147374285" r:id="rId13"/>
    <p:sldId id="2147374287" r:id="rId14"/>
    <p:sldId id="2147374267" r:id="rId15"/>
    <p:sldId id="2147374271" r:id="rId16"/>
    <p:sldId id="2147374273" r:id="rId17"/>
    <p:sldId id="2147374274" r:id="rId18"/>
    <p:sldId id="2147374281" r:id="rId19"/>
    <p:sldId id="2147374235" r:id="rId20"/>
    <p:sldId id="2147374222" r:id="rId21"/>
    <p:sldId id="2147374288" r:id="rId22"/>
    <p:sldId id="2147374256" r:id="rId23"/>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00FFFF"/>
    <a:srgbClr val="000000"/>
    <a:srgbClr val="D64841"/>
    <a:srgbClr val="DE9F8D"/>
    <a:srgbClr val="CCE4DE"/>
    <a:srgbClr val="CEE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9B724-3849-4B9D-9297-852E9556FEEB}" v="75" dt="2025-08-04T21:58:32.407"/>
  </p1510:revLst>
</p1510:revInfo>
</file>

<file path=ppt/tableStyles.xml><?xml version="1.0" encoding="utf-8"?>
<a:tblStyleLst xmlns:a="http://schemas.openxmlformats.org/drawingml/2006/main" def="{611F8288-94FE-428C-BC68-D470A1F505C4}">
  <a:tblStyle styleId="{6EB843CA-C2C2-4D07-8CA5-9BBCF8472AE9}" styleName="CBRE Table - Emerald Option 1">
    <a:wholeTbl>
      <a:tcTxStyle>
        <a:fontRef idx="minor"/>
        <a:schemeClr val="dk1"/>
      </a:tcTxStyle>
      <a:tcStyle>
        <a:tcBdr>
          <a:left>
            <a:ln w="0" cmpd="sng">
              <a:noFill/>
            </a:ln>
          </a:left>
          <a:right>
            <a:ln w="0" cmpd="sng">
              <a:noFill/>
            </a:ln>
          </a:right>
          <a:top>
            <a:ln w="0" cmpd="sng">
              <a:noFill/>
            </a:ln>
          </a:top>
          <a:bottom>
            <a:ln w="28575" cmpd="sng">
              <a:solidFill>
                <a:schemeClr val="accent6"/>
              </a:solidFill>
            </a:ln>
          </a:bottom>
          <a:insideH>
            <a:ln w="12700" cmpd="sng">
              <a:solidFill>
                <a:srgbClr val="F6F6F6"/>
              </a:solidFill>
            </a:ln>
          </a:insideH>
          <a:insideV>
            <a:ln w="0" cmpd="sng">
              <a:no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noFill/>
              <a:prstDash val="solid"/>
            </a:ln>
          </a:left>
          <a:right>
            <a:ln w="0" cmpd="sng">
              <a:no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noFill/>
            </a:ln>
          </a:left>
          <a:right>
            <a:ln w="0" cmpd="sng">
              <a:noFill/>
            </a:ln>
          </a:right>
          <a:top>
            <a:ln w="0" cmpd="sng">
              <a:noFill/>
            </a:ln>
          </a:top>
          <a:bottom>
            <a:ln w="28575" cmpd="sng">
              <a:solidFill>
                <a:schemeClr val="accent6"/>
              </a:solidFill>
            </a:ln>
          </a:bottom>
          <a:insideH>
            <a:ln w="12700" cmpd="sng">
              <a:solidFill>
                <a:schemeClr val="lt1"/>
              </a:solidFill>
            </a:ln>
          </a:insideH>
          <a:insideV>
            <a:ln w="0" cmpd="sng">
              <a:noFill/>
            </a:ln>
          </a:insideV>
        </a:tcBdr>
        <a:fill>
          <a:solidFill>
            <a:schemeClr val="dk1"/>
          </a:solidFill>
        </a:fill>
      </a:tcStyle>
    </a:lastCol>
    <a:firstCol>
      <a:tcTxStyle b="on">
        <a:fontRef idx="minor"/>
        <a:schemeClr val="lt1"/>
      </a:tcTxStyle>
      <a:tcStyle>
        <a:tcBdr>
          <a:left>
            <a:ln w="0" cmpd="sng">
              <a:noFill/>
            </a:ln>
          </a:left>
          <a:right>
            <a:ln w="0" cmpd="sng">
              <a:noFill/>
            </a:ln>
          </a:right>
          <a:top>
            <a:ln w="0" cmpd="sng">
              <a:noFill/>
            </a:ln>
          </a:top>
          <a:bottom>
            <a:ln w="28575" cmpd="sng">
              <a:solidFill>
                <a:schemeClr val="accent6"/>
              </a:solidFill>
            </a:ln>
          </a:bottom>
          <a:insideH>
            <a:ln w="12700" cmpd="sng">
              <a:solidFill>
                <a:schemeClr val="lt1"/>
              </a:solidFill>
            </a:ln>
          </a:insideH>
          <a:insideV>
            <a:ln w="0" cmpd="sng">
              <a:no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no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no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noFill/>
            </a:ln>
          </a:left>
          <a:right>
            <a:ln w="0" cmpd="sng">
              <a:noFill/>
            </a:ln>
          </a:right>
          <a:top>
            <a:ln w="0" cmpd="sng">
              <a:noFill/>
            </a:ln>
          </a:top>
          <a:bottom>
            <a:ln w="28575" cmpd="sng">
              <a:solidFill>
                <a:schemeClr val="accent6"/>
              </a:solidFill>
            </a:ln>
          </a:bottom>
          <a:insideH>
            <a:ln w="12700" cmpd="sng">
              <a:solidFill>
                <a:srgbClr val="F6F6F6"/>
              </a:solidFill>
            </a:ln>
          </a:insideH>
          <a:insideV>
            <a:ln w="0" cmpd="sng">
              <a:no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noFill/>
              <a:prstDash val="solid"/>
            </a:ln>
          </a:left>
          <a:right>
            <a:ln w="0" cmpd="sng">
              <a:no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no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no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noFill/>
            </a:ln>
          </a:left>
          <a:right>
            <a:ln w="0" cmpd="sng">
              <a:noFill/>
            </a:ln>
          </a:right>
          <a:top>
            <a:ln w="0" cmpd="sng">
              <a:noFill/>
            </a:ln>
          </a:top>
          <a:bottom>
            <a:ln w="0" cmpd="sng">
              <a:noFill/>
            </a:ln>
          </a:bottom>
          <a:insideH>
            <a:ln w="9525" cmpd="sng">
              <a:solidFill>
                <a:srgbClr val="17E88F"/>
              </a:solidFill>
            </a:ln>
          </a:insideH>
          <a:insideV>
            <a:ln w="0" cmpd="sng">
              <a:no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noFill/>
              <a:prstDash val="solid"/>
            </a:ln>
          </a:left>
          <a:right>
            <a:ln w="0" cmpd="sng">
              <a:no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noFill/>
            </a:ln>
          </a:bottom>
          <a:insideV>
            <a:ln w="0" cmpd="sng">
              <a:noFill/>
              <a:prstDash val="solid"/>
            </a:ln>
          </a:insideV>
        </a:tcBdr>
      </a:tcStyle>
    </a:lastRow>
    <a:firstRow>
      <a:tcTxStyle b="on">
        <a:fontRef idx="minor"/>
        <a:schemeClr val="dk1"/>
      </a:tcTxStyle>
      <a:tcStyle>
        <a:tcBdr>
          <a:bottom>
            <a:ln w="9525" cmpd="sng">
              <a:solidFill>
                <a:srgbClr val="17E88F"/>
              </a:solidFill>
            </a:ln>
          </a:bottom>
          <a:insideV>
            <a:ln w="0" cmpd="sng">
              <a:noFill/>
              <a:prstDash val="solid"/>
            </a:ln>
          </a:insideV>
        </a:tcBdr>
      </a:tcStyle>
    </a:firstRow>
  </a:tblStyle>
  <a:tblStyle styleId="{D834BE9C-F012-464B-B95A-B12DCBAEE013}" styleName="CBRE Table - Simple Light Grey">
    <a:wholeTbl>
      <a:tcTxStyle>
        <a:fontRef idx="minor"/>
        <a:schemeClr val="dk1"/>
      </a:tcTxStyle>
      <a:tcStyle>
        <a:tcBdr>
          <a:left>
            <a:ln w="0" cmpd="sng">
              <a:noFill/>
            </a:ln>
          </a:left>
          <a:right>
            <a:ln w="0" cmpd="sng">
              <a:noFill/>
            </a:ln>
          </a:right>
          <a:top>
            <a:ln w="0" cmpd="sng">
              <a:noFill/>
            </a:ln>
          </a:top>
          <a:bottom>
            <a:ln w="9525" cmpd="sng">
              <a:solidFill>
                <a:schemeClr val="dk1"/>
              </a:solidFill>
            </a:ln>
          </a:bottom>
          <a:insideH>
            <a:ln w="9525" cmpd="sng">
              <a:solidFill>
                <a:schemeClr val="accent3"/>
              </a:solidFill>
            </a:ln>
          </a:insideH>
          <a:insideV>
            <a:ln w="0" cmpd="sng">
              <a:no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noFill/>
              <a:prstDash val="solid"/>
            </a:ln>
          </a:left>
          <a:right>
            <a:ln w="0" cmpd="sng">
              <a:no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no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no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noFill/>
            </a:ln>
          </a:left>
          <a:right>
            <a:ln w="0" cmpd="sng">
              <a:noFill/>
            </a:ln>
          </a:right>
          <a:top>
            <a:ln w="0" cmpd="sng">
              <a:noFill/>
            </a:ln>
          </a:top>
          <a:bottom>
            <a:ln w="9525" cmpd="sng">
              <a:solidFill>
                <a:schemeClr val="dk1"/>
              </a:solidFill>
            </a:ln>
          </a:bottom>
          <a:insideH>
            <a:ln w="9525" cmpd="sng">
              <a:solidFill>
                <a:schemeClr val="dk1"/>
              </a:solidFill>
            </a:ln>
          </a:insideH>
          <a:insideV>
            <a:ln w="0" cmpd="sng">
              <a:no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noFill/>
              <a:prstDash val="solid"/>
            </a:ln>
          </a:left>
          <a:right>
            <a:ln w="0" cmpd="sng">
              <a:no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rgbClr val="012A2D"/>
      </a:tcTxStyle>
      <a:tcStyle>
        <a:tcBdr>
          <a:top>
            <a:ln w="9525" cmpd="sng">
              <a:solidFill>
                <a:schemeClr val="dk1"/>
              </a:solidFill>
            </a:ln>
          </a:top>
          <a:bottom>
            <a:ln w="9525" cmpd="sng">
              <a:solidFill>
                <a:schemeClr val="dk1"/>
              </a:solidFill>
            </a:ln>
          </a:bottom>
          <a:insideV>
            <a:ln w="0" cmpd="sng">
              <a:noFill/>
              <a:prstDash val="solid"/>
            </a:ln>
          </a:insideV>
        </a:tcBdr>
        <a:fill>
          <a:solidFill>
            <a:srgbClr val="C0D4CB"/>
          </a:solidFill>
        </a:fill>
      </a:tcStyle>
    </a:lastRow>
    <a:firstRow>
      <a:tcTxStyle b="on">
        <a:fontRef idx="minor"/>
        <a:srgbClr val="012A2D"/>
      </a:tcTxStyle>
      <a:tcStyle>
        <a:tcBdr>
          <a:top>
            <a:ln w="9525" cmpd="sng">
              <a:solidFill>
                <a:schemeClr val="dk1"/>
              </a:solidFill>
            </a:ln>
          </a:top>
          <a:bottom>
            <a:ln w="9525" cmpd="sng">
              <a:solidFill>
                <a:schemeClr val="dk1"/>
              </a:solidFill>
            </a:ln>
          </a:bottom>
          <a:insideV>
            <a:ln w="0" cmpd="sng">
              <a:noFill/>
              <a:prstDash val="solid"/>
            </a:ln>
          </a:insideV>
        </a:tcBdr>
        <a:fill>
          <a:solidFill>
            <a:schemeClr val="l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70" d="100"/>
          <a:sy n="70" d="100"/>
        </p:scale>
        <p:origin x="412"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ma Bhatt" userId="e1d698f70e24dd7d" providerId="LiveId" clId="{0AF0F80A-37AC-4B8E-9BE0-5C582458EB49}"/>
    <pc:docChg chg="custSel modSld">
      <pc:chgData name="Mahima Bhatt" userId="e1d698f70e24dd7d" providerId="LiveId" clId="{0AF0F80A-37AC-4B8E-9BE0-5C582458EB49}" dt="2025-08-04T22:19:42.942" v="0" actId="478"/>
      <pc:docMkLst>
        <pc:docMk/>
      </pc:docMkLst>
      <pc:sldChg chg="delSp mod delAnim">
        <pc:chgData name="Mahima Bhatt" userId="e1d698f70e24dd7d" providerId="LiveId" clId="{0AF0F80A-37AC-4B8E-9BE0-5C582458EB49}" dt="2025-08-04T22:19:42.942" v="0" actId="478"/>
        <pc:sldMkLst>
          <pc:docMk/>
          <pc:sldMk cId="2966938388" sldId="2147374281"/>
        </pc:sldMkLst>
        <pc:picChg chg="del">
          <ac:chgData name="Mahima Bhatt" userId="e1d698f70e24dd7d" providerId="LiveId" clId="{0AF0F80A-37AC-4B8E-9BE0-5C582458EB49}" dt="2025-08-04T22:19:42.942" v="0" actId="478"/>
          <ac:picMkLst>
            <pc:docMk/>
            <pc:sldMk cId="2966938388" sldId="2147374281"/>
            <ac:picMk id="3" creationId="{BA86CC2E-9489-A472-85F2-18DFD2A5F79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US" smtClean="0"/>
              <a:t>‹#›</a:t>
            </a:fld>
            <a:endParaRPr lang="en-US"/>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09/07/2026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a:p>
        </p:txBody>
      </p:sp>
    </p:spTree>
    <p:extLst>
      <p:ext uri="{BB962C8B-B14F-4D97-AF65-F5344CB8AC3E}">
        <p14:creationId xmlns:p14="http://schemas.microsoft.com/office/powerpoint/2010/main" val="343530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2</a:t>
            </a:fld>
            <a:endParaRPr lang="en-GB"/>
          </a:p>
        </p:txBody>
      </p:sp>
    </p:spTree>
    <p:extLst>
      <p:ext uri="{BB962C8B-B14F-4D97-AF65-F5344CB8AC3E}">
        <p14:creationId xmlns:p14="http://schemas.microsoft.com/office/powerpoint/2010/main" val="3078757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3</a:t>
            </a:fld>
            <a:endParaRPr lang="en-GB"/>
          </a:p>
        </p:txBody>
      </p:sp>
    </p:spTree>
    <p:extLst>
      <p:ext uri="{BB962C8B-B14F-4D97-AF65-F5344CB8AC3E}">
        <p14:creationId xmlns:p14="http://schemas.microsoft.com/office/powerpoint/2010/main" val="114969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4</a:t>
            </a:fld>
            <a:endParaRPr lang="en-GB"/>
          </a:p>
        </p:txBody>
      </p:sp>
    </p:spTree>
    <p:extLst>
      <p:ext uri="{BB962C8B-B14F-4D97-AF65-F5344CB8AC3E}">
        <p14:creationId xmlns:p14="http://schemas.microsoft.com/office/powerpoint/2010/main" val="65634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a:p>
        </p:txBody>
      </p:sp>
      <p:sp>
        <p:nvSpPr>
          <p:cNvPr id="4" name="Slide Number Placeholder 3"/>
          <p:cNvSpPr>
            <a:spLocks noGrp="1"/>
          </p:cNvSpPr>
          <p:nvPr>
            <p:ph type="sldNum" sz="quarter" idx="5"/>
          </p:nvPr>
        </p:nvSpPr>
        <p:spPr/>
        <p:txBody>
          <a:bodyPr/>
          <a:lstStyle/>
          <a:p>
            <a:fld id="{5A27CBEC-3BA9-408E-897B-DC62741FD035}" type="slidenum">
              <a:rPr lang="en-GB" smtClean="0"/>
              <a:t>5</a:t>
            </a:fld>
            <a:endParaRPr lang="en-GB"/>
          </a:p>
        </p:txBody>
      </p:sp>
    </p:spTree>
    <p:extLst>
      <p:ext uri="{BB962C8B-B14F-4D97-AF65-F5344CB8AC3E}">
        <p14:creationId xmlns:p14="http://schemas.microsoft.com/office/powerpoint/2010/main" val="375770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7C36-86B2-BA2D-7EBE-3D7609FFC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6B951-7CA1-C786-C294-80B5E357A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4DAE3-776E-7692-AFA6-35C4672214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B5F74A-0172-F0AB-7E61-0383B6AEFFA1}"/>
              </a:ext>
            </a:extLst>
          </p:cNvPr>
          <p:cNvSpPr>
            <a:spLocks noGrp="1"/>
          </p:cNvSpPr>
          <p:nvPr>
            <p:ph type="sldNum" sz="quarter" idx="5"/>
          </p:nvPr>
        </p:nvSpPr>
        <p:spPr/>
        <p:txBody>
          <a:bodyPr/>
          <a:lstStyle/>
          <a:p>
            <a:fld id="{5A27CBEC-3BA9-408E-897B-DC62741FD035}" type="slidenum">
              <a:rPr lang="en-GB" smtClean="0"/>
              <a:t>6</a:t>
            </a:fld>
            <a:endParaRPr lang="en-GB"/>
          </a:p>
        </p:txBody>
      </p:sp>
    </p:spTree>
    <p:extLst>
      <p:ext uri="{BB962C8B-B14F-4D97-AF65-F5344CB8AC3E}">
        <p14:creationId xmlns:p14="http://schemas.microsoft.com/office/powerpoint/2010/main" val="2012003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3EFA3-87C5-E189-DCFC-70BC5E349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3FADA-2E70-1DB0-867B-11CE35E6A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F5E8A-86AE-C717-72B6-DC6B00F23E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1B30C4-1D1E-76D8-70A6-7886C7DC01F2}"/>
              </a:ext>
            </a:extLst>
          </p:cNvPr>
          <p:cNvSpPr>
            <a:spLocks noGrp="1"/>
          </p:cNvSpPr>
          <p:nvPr>
            <p:ph type="sldNum" sz="quarter" idx="5"/>
          </p:nvPr>
        </p:nvSpPr>
        <p:spPr/>
        <p:txBody>
          <a:bodyPr/>
          <a:lstStyle/>
          <a:p>
            <a:fld id="{5A27CBEC-3BA9-408E-897B-DC62741FD035}" type="slidenum">
              <a:rPr lang="en-GB" smtClean="0"/>
              <a:t>7</a:t>
            </a:fld>
            <a:endParaRPr lang="en-GB"/>
          </a:p>
        </p:txBody>
      </p:sp>
    </p:spTree>
    <p:extLst>
      <p:ext uri="{BB962C8B-B14F-4D97-AF65-F5344CB8AC3E}">
        <p14:creationId xmlns:p14="http://schemas.microsoft.com/office/powerpoint/2010/main" val="305449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16</a:t>
            </a:fld>
            <a:endParaRPr lang="en-GB"/>
          </a:p>
        </p:txBody>
      </p:sp>
    </p:spTree>
    <p:extLst>
      <p:ext uri="{BB962C8B-B14F-4D97-AF65-F5344CB8AC3E}">
        <p14:creationId xmlns:p14="http://schemas.microsoft.com/office/powerpoint/2010/main" val="2189689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17</a:t>
            </a:fld>
            <a:endParaRPr lang="en-GB"/>
          </a:p>
        </p:txBody>
      </p:sp>
    </p:spTree>
    <p:extLst>
      <p:ext uri="{BB962C8B-B14F-4D97-AF65-F5344CB8AC3E}">
        <p14:creationId xmlns:p14="http://schemas.microsoft.com/office/powerpoint/2010/main" val="3510441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27CBEC-3BA9-408E-897B-DC62741FD035}" type="slidenum">
              <a:rPr lang="en-GB" smtClean="0"/>
              <a:t>19</a:t>
            </a:fld>
            <a:endParaRPr lang="en-GB"/>
          </a:p>
        </p:txBody>
      </p:sp>
    </p:spTree>
    <p:extLst>
      <p:ext uri="{BB962C8B-B14F-4D97-AF65-F5344CB8AC3E}">
        <p14:creationId xmlns:p14="http://schemas.microsoft.com/office/powerpoint/2010/main" val="1083422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ext Cover 1">
    <p:bg>
      <p:bgPr>
        <a:solidFill>
          <a:schemeClr val="accent6"/>
        </a:solidFill>
        <a:effectLst/>
      </p:bgPr>
    </p:bg>
    <p:spTree>
      <p:nvGrpSpPr>
        <p:cNvPr id="1" name=""/>
        <p:cNvGrpSpPr/>
        <p:nvPr/>
      </p:nvGrpSpPr>
      <p:grpSpPr>
        <a:xfrm>
          <a:off x="0" y="0"/>
          <a:ext cx="0" cy="0"/>
          <a:chOff x="0" y="0"/>
          <a:chExt cx="0" cy="0"/>
        </a:xfrm>
      </p:grpSpPr>
      <p:cxnSp>
        <p:nvCxnSpPr>
          <p:cNvPr id="25" name="Line of Sight">
            <a:extLst>
              <a:ext uri="{FF2B5EF4-FFF2-40B4-BE49-F238E27FC236}">
                <a16:creationId xmlns:a16="http://schemas.microsoft.com/office/drawing/2014/main" id="{887340F4-9434-47C2-9CB2-6C0ACFBEFAB5}"/>
              </a:ext>
              <a:ext uri="{C183D7F6-B498-43B3-948B-1728B52AA6E4}">
                <adec:decorative xmlns:adec="http://schemas.microsoft.com/office/drawing/2017/decorative" val="1"/>
              </a:ext>
            </a:extLst>
          </p:cNvPr>
          <p:cNvCxnSpPr>
            <a:cxnSpLocks/>
          </p:cNvCxnSpPr>
          <p:nvPr/>
        </p:nvCxnSpPr>
        <p:spPr>
          <a:xfrm>
            <a:off x="3584575" y="57177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1238" y="1451248"/>
            <a:ext cx="7585236" cy="3210125"/>
          </a:xfrm>
        </p:spPr>
        <p:txBody>
          <a:bodyPr/>
          <a:lstStyle>
            <a:lvl1pPr>
              <a:defRPr sz="6600">
                <a:solidFill>
                  <a:schemeClr val="bg1"/>
                </a:solidFill>
              </a:defRPr>
            </a:lvl1pPr>
          </a:lstStyle>
          <a:p>
            <a:r>
              <a:rPr lang="en-US"/>
              <a:t>Click to edit Master title style</a:t>
            </a:r>
          </a:p>
        </p:txBody>
      </p:sp>
      <p:sp>
        <p:nvSpPr>
          <p:cNvPr id="10" name="Subheading Placeholder">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84575" y="4727575"/>
            <a:ext cx="5534025" cy="1250951"/>
          </a:xfrm>
        </p:spPr>
        <p:txBody>
          <a:bodyPr tIns="0">
            <a:noAutofit/>
          </a:bodyPr>
          <a:lstStyle>
            <a:lvl1pPr>
              <a:spcBef>
                <a:spcPts val="0"/>
              </a:spcBef>
              <a:spcAft>
                <a:spcPts val="0"/>
              </a:spcAft>
              <a:defRPr sz="1700">
                <a:solidFill>
                  <a:schemeClr val="bg1"/>
                </a:solidFill>
                <a:latin typeface="+mn-lt"/>
              </a:defRPr>
            </a:lvl1pPr>
            <a:lvl2pPr>
              <a:spcBef>
                <a:spcPts val="0"/>
              </a:spcBef>
              <a:spcAft>
                <a:spcPts val="0"/>
              </a:spcAft>
              <a:defRPr sz="1700">
                <a:solidFill>
                  <a:schemeClr val="bg1"/>
                </a:solidFill>
              </a:defRPr>
            </a:lvl2pPr>
            <a:lvl3pPr>
              <a:defRPr>
                <a:solidFill>
                  <a:schemeClr val="bg1"/>
                </a:solidFill>
              </a:defRPr>
            </a:lvl3pPr>
            <a:lvl4pPr>
              <a:defRPr>
                <a:solidFill>
                  <a:schemeClr val="bg1"/>
                </a:solidFill>
              </a:defRPr>
            </a:lvl4pPr>
            <a:lvl5pPr>
              <a:defRPr sz="1700" b="0">
                <a:solidFill>
                  <a:schemeClr val="bg1"/>
                </a:solidFill>
                <a:latin typeface="+mn-lt"/>
              </a:defRPr>
            </a:lvl5pPr>
          </a:lstStyle>
          <a:p>
            <a:pPr lvl="0"/>
            <a:r>
              <a:rPr lang="en-US"/>
              <a:t>Subheading</a:t>
            </a:r>
          </a:p>
          <a:p>
            <a:pPr lvl="1"/>
            <a:r>
              <a:rPr lang="en-US"/>
              <a:t>Subheading 2</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1"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US"/>
              <a:t>DATE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BRE Vector Logo" descr="CBRE logo">
            <a:extLst>
              <a:ext uri="{FF2B5EF4-FFF2-40B4-BE49-F238E27FC236}">
                <a16:creationId xmlns:a16="http://schemas.microsoft.com/office/drawing/2014/main" id="{F9796778-32CE-488E-AC58-62F8EB4EE904}"/>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31378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ext Cover 2">
    <p:bg>
      <p:bgPr>
        <a:solidFill>
          <a:schemeClr val="accent6"/>
        </a:solidFill>
        <a:effectLst/>
      </p:bgPr>
    </p:bg>
    <p:spTree>
      <p:nvGrpSpPr>
        <p:cNvPr id="1" name=""/>
        <p:cNvGrpSpPr/>
        <p:nvPr/>
      </p:nvGrpSpPr>
      <p:grpSpPr>
        <a:xfrm>
          <a:off x="0" y="0"/>
          <a:ext cx="0" cy="0"/>
          <a:chOff x="0" y="0"/>
          <a:chExt cx="0" cy="0"/>
        </a:xfrm>
      </p:grpSpPr>
      <p:cxnSp>
        <p:nvCxnSpPr>
          <p:cNvPr id="25" name="Line of Sight">
            <a:extLst>
              <a:ext uri="{FF2B5EF4-FFF2-40B4-BE49-F238E27FC236}">
                <a16:creationId xmlns:a16="http://schemas.microsoft.com/office/drawing/2014/main" id="{887340F4-9434-47C2-9CB2-6C0ACFBEFAB5}"/>
              </a:ext>
              <a:ext uri="{C183D7F6-B498-43B3-948B-1728B52AA6E4}">
                <adec:decorative xmlns:adec="http://schemas.microsoft.com/office/drawing/2017/decorative" val="1"/>
              </a:ext>
            </a:extLst>
          </p:cNvPr>
          <p:cNvCxnSpPr>
            <a:cxnSpLocks/>
          </p:cNvCxnSpPr>
          <p:nvPr userDrawn="1"/>
        </p:nvCxnSpPr>
        <p:spPr>
          <a:xfrm>
            <a:off x="3584575" y="57812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93749" y="1524787"/>
            <a:ext cx="7021090" cy="3024184"/>
          </a:xfrm>
        </p:spPr>
        <p:txBody>
          <a:bodyPr/>
          <a:lstStyle>
            <a:lvl1pPr>
              <a:lnSpc>
                <a:spcPct val="80000"/>
              </a:lnSpc>
              <a:defRPr sz="9600">
                <a:solidFill>
                  <a:schemeClr val="bg1"/>
                </a:solidFill>
              </a:defRPr>
            </a:lvl1pPr>
          </a:lstStyle>
          <a:p>
            <a:r>
              <a:rPr lang="en-US"/>
              <a:t>Click to edit Master title style</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1"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US"/>
              <a:t>DATE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userDrawn="1"/>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p:sp>
        <p:nvSpPr>
          <p:cNvPr id="9" name="CBRE Vector Logo" descr="CBRE logo">
            <a:extLst>
              <a:ext uri="{FF2B5EF4-FFF2-40B4-BE49-F238E27FC236}">
                <a16:creationId xmlns:a16="http://schemas.microsoft.com/office/drawing/2014/main" id="{279FC41B-1FE1-46E6-8871-A2282DFC12FB}"/>
              </a:ext>
              <a:ext uri="{C183D7F6-B498-43B3-948B-1728B52AA6E4}">
                <adec:decorative xmlns:adec="http://schemas.microsoft.com/office/drawing/2017/decorative" val="0"/>
              </a:ext>
            </a:extLst>
          </p:cNvPr>
          <p:cNvSpPr>
            <a:spLocks noChangeAspect="1"/>
          </p:cNvSpPr>
          <p:nvPr userDrawn="1"/>
        </p:nvSpPr>
        <p:spPr>
          <a:xfrm>
            <a:off x="10755020" y="45878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31260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ext Cover 3">
    <p:bg>
      <p:bgPr>
        <a:solidFill>
          <a:schemeClr val="bg1"/>
        </a:solidFill>
        <a:effectLst/>
      </p:bgPr>
    </p:bg>
    <p:spTree>
      <p:nvGrpSpPr>
        <p:cNvPr id="1" name=""/>
        <p:cNvGrpSpPr/>
        <p:nvPr/>
      </p:nvGrpSpPr>
      <p:grpSpPr>
        <a:xfrm>
          <a:off x="0" y="0"/>
          <a:ext cx="0" cy="0"/>
          <a:chOff x="0" y="0"/>
          <a:chExt cx="0" cy="0"/>
        </a:xfrm>
      </p:grpSpPr>
      <p:cxnSp>
        <p:nvCxnSpPr>
          <p:cNvPr id="25" name="Line of Sight">
            <a:extLst>
              <a:ext uri="{FF2B5EF4-FFF2-40B4-BE49-F238E27FC236}">
                <a16:creationId xmlns:a16="http://schemas.microsoft.com/office/drawing/2014/main" id="{887340F4-9434-47C2-9CB2-6C0ACFBEFAB5}"/>
              </a:ext>
              <a:ext uri="{C183D7F6-B498-43B3-948B-1728B52AA6E4}">
                <adec:decorative xmlns:adec="http://schemas.microsoft.com/office/drawing/2017/decorative" val="1"/>
              </a:ext>
            </a:extLst>
          </p:cNvPr>
          <p:cNvCxnSpPr>
            <a:cxnSpLocks/>
          </p:cNvCxnSpPr>
          <p:nvPr/>
        </p:nvCxnSpPr>
        <p:spPr>
          <a:xfrm>
            <a:off x="3584575" y="57177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4575" y="1457151"/>
            <a:ext cx="7070725" cy="3168821"/>
          </a:xfrm>
        </p:spPr>
        <p:txBody>
          <a:bodyPr/>
          <a:lstStyle>
            <a:lvl1pPr>
              <a:defRPr sz="6600">
                <a:solidFill>
                  <a:schemeClr val="accent6"/>
                </a:solidFill>
              </a:defRPr>
            </a:lvl1pPr>
          </a:lstStyle>
          <a:p>
            <a:r>
              <a:rPr lang="en-US"/>
              <a:t>Click to edit Master title style</a:t>
            </a:r>
          </a:p>
        </p:txBody>
      </p:sp>
      <p:sp>
        <p:nvSpPr>
          <p:cNvPr id="10" name="Subheading Placeholder">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93749" y="4727575"/>
            <a:ext cx="5522912" cy="1250951"/>
          </a:xfrm>
        </p:spPr>
        <p:txBody>
          <a:bodyPr tIns="0">
            <a:noAutofit/>
          </a:bodyPr>
          <a:lstStyle>
            <a:lvl1pPr>
              <a:spcBef>
                <a:spcPts val="0"/>
              </a:spcBef>
              <a:spcAft>
                <a:spcPts val="0"/>
              </a:spcAft>
              <a:defRPr sz="1700">
                <a:solidFill>
                  <a:schemeClr val="tx1"/>
                </a:solidFill>
                <a:latin typeface="+mn-lt"/>
              </a:defRPr>
            </a:lvl1pPr>
            <a:lvl2pPr>
              <a:spcBef>
                <a:spcPts val="0"/>
              </a:spcBef>
              <a:spcAft>
                <a:spcPts val="0"/>
              </a:spcAft>
              <a:defRPr sz="1700">
                <a:solidFill>
                  <a:schemeClr val="tx1"/>
                </a:solidFill>
              </a:defRPr>
            </a:lvl2pPr>
            <a:lvl3pPr>
              <a:defRPr>
                <a:solidFill>
                  <a:schemeClr val="bg1"/>
                </a:solidFill>
              </a:defRPr>
            </a:lvl3pPr>
            <a:lvl4pPr>
              <a:defRPr>
                <a:solidFill>
                  <a:schemeClr val="bg1"/>
                </a:solidFill>
              </a:defRPr>
            </a:lvl4pPr>
            <a:lvl5pPr>
              <a:defRPr sz="1700" b="0">
                <a:solidFill>
                  <a:schemeClr val="accent6"/>
                </a:solidFill>
                <a:latin typeface="+mn-lt"/>
              </a:defRPr>
            </a:lvl5pPr>
          </a:lstStyle>
          <a:p>
            <a:pPr lvl="0"/>
            <a:r>
              <a:rPr lang="en-US"/>
              <a:t>Subheading</a:t>
            </a:r>
          </a:p>
          <a:p>
            <a:pPr lvl="1"/>
            <a:r>
              <a:rPr lang="en-US"/>
              <a:t>Subheading 2</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1"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US"/>
              <a:t>DATE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BRE Vector Logo" descr="CBRE logo">
            <a:extLst>
              <a:ext uri="{FF2B5EF4-FFF2-40B4-BE49-F238E27FC236}">
                <a16:creationId xmlns:a16="http://schemas.microsoft.com/office/drawing/2014/main" id="{DD23A135-161C-46FC-B786-381F0472101C}"/>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11839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ext Cover 4">
    <p:bg>
      <p:bgPr>
        <a:solidFill>
          <a:schemeClr val="bg1"/>
        </a:solidFill>
        <a:effectLst/>
      </p:bgPr>
    </p:bg>
    <p:spTree>
      <p:nvGrpSpPr>
        <p:cNvPr id="1" name=""/>
        <p:cNvGrpSpPr/>
        <p:nvPr/>
      </p:nvGrpSpPr>
      <p:grpSpPr>
        <a:xfrm>
          <a:off x="0" y="0"/>
          <a:ext cx="0" cy="0"/>
          <a:chOff x="0" y="0"/>
          <a:chExt cx="0" cy="0"/>
        </a:xfrm>
      </p:grpSpPr>
      <p:cxnSp>
        <p:nvCxnSpPr>
          <p:cNvPr id="25" name="Line of Sight">
            <a:extLst>
              <a:ext uri="{FF2B5EF4-FFF2-40B4-BE49-F238E27FC236}">
                <a16:creationId xmlns:a16="http://schemas.microsoft.com/office/drawing/2014/main" id="{887340F4-9434-47C2-9CB2-6C0ACFBEFAB5}"/>
              </a:ext>
              <a:ext uri="{C183D7F6-B498-43B3-948B-1728B52AA6E4}">
                <adec:decorative xmlns:adec="http://schemas.microsoft.com/office/drawing/2017/decorative" val="1"/>
              </a:ext>
            </a:extLst>
          </p:cNvPr>
          <p:cNvCxnSpPr>
            <a:cxnSpLocks/>
          </p:cNvCxnSpPr>
          <p:nvPr userDrawn="1"/>
        </p:nvCxnSpPr>
        <p:spPr>
          <a:xfrm>
            <a:off x="3584575" y="57177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4575" y="1524787"/>
            <a:ext cx="7543378" cy="3024184"/>
          </a:xfrm>
        </p:spPr>
        <p:txBody>
          <a:bodyPr/>
          <a:lstStyle>
            <a:lvl1pPr>
              <a:lnSpc>
                <a:spcPct val="80000"/>
              </a:lnSpc>
              <a:defRPr sz="9600">
                <a:solidFill>
                  <a:schemeClr val="accent6"/>
                </a:solidFill>
              </a:defRPr>
            </a:lvl1pPr>
          </a:lstStyle>
          <a:p>
            <a:r>
              <a:rPr lang="en-US"/>
              <a:t>Click to edit Master title style</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1"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US"/>
              <a:t>DATE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BRE Vector Logo" descr="CBRE logo">
            <a:extLst>
              <a:ext uri="{FF2B5EF4-FFF2-40B4-BE49-F238E27FC236}">
                <a16:creationId xmlns:a16="http://schemas.microsoft.com/office/drawing/2014/main" id="{BBFCCC10-059A-481E-B4A5-FE05AAFBEF9A}"/>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68999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Image Cover 1">
    <p:bg>
      <p:bgPr>
        <a:solidFill>
          <a:schemeClr val="accent6"/>
        </a:solidFill>
        <a:effectLst/>
      </p:bgPr>
    </p:bg>
    <p:spTree>
      <p:nvGrpSpPr>
        <p:cNvPr id="1" name=""/>
        <p:cNvGrpSpPr/>
        <p:nvPr/>
      </p:nvGrpSpPr>
      <p:grpSpPr>
        <a:xfrm>
          <a:off x="0" y="0"/>
          <a:ext cx="0" cy="0"/>
          <a:chOff x="0" y="0"/>
          <a:chExt cx="0" cy="0"/>
        </a:xfrm>
      </p:grpSpPr>
      <p:cxnSp>
        <p:nvCxnSpPr>
          <p:cNvPr id="7" name="Line of Sight">
            <a:extLst>
              <a:ext uri="{FF2B5EF4-FFF2-40B4-BE49-F238E27FC236}">
                <a16:creationId xmlns:a16="http://schemas.microsoft.com/office/drawing/2014/main" id="{4B50443A-8339-4B27-B4A9-FF02F1201B4A}"/>
              </a:ext>
              <a:ext uri="{C183D7F6-B498-43B3-948B-1728B52AA6E4}">
                <adec:decorative xmlns:adec="http://schemas.microsoft.com/office/drawing/2017/decorative" val="1"/>
              </a:ext>
            </a:extLst>
          </p:cNvPr>
          <p:cNvCxnSpPr>
            <a:cxnSpLocks/>
          </p:cNvCxnSpPr>
          <p:nvPr userDrawn="1"/>
        </p:nvCxnSpPr>
        <p:spPr>
          <a:xfrm>
            <a:off x="3584575" y="567246"/>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512764" y="1548314"/>
            <a:ext cx="2763835" cy="1929899"/>
          </a:xfrm>
        </p:spPr>
        <p:txBody>
          <a:bodyPr/>
          <a:lstStyle>
            <a:lvl1pPr>
              <a:lnSpc>
                <a:spcPct val="85000"/>
              </a:lnSpc>
              <a:defRPr sz="4400">
                <a:solidFill>
                  <a:schemeClr val="bg1"/>
                </a:solidFill>
              </a:defRPr>
            </a:lvl1pPr>
          </a:lstStyle>
          <a:p>
            <a:r>
              <a:rPr lang="en-US"/>
              <a:t>Click to edit Master title style</a:t>
            </a:r>
          </a:p>
        </p:txBody>
      </p:sp>
      <p:sp>
        <p:nvSpPr>
          <p:cNvPr id="10" name="Subheading Placeholder">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511174" y="4102100"/>
            <a:ext cx="2763835" cy="1149349"/>
          </a:xfrm>
        </p:spPr>
        <p:txBody>
          <a:bodyPr tIns="0">
            <a:noAutofit/>
          </a:bodyPr>
          <a:lstStyle>
            <a:lvl1pPr>
              <a:defRPr sz="17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sz="1700" b="0">
                <a:solidFill>
                  <a:schemeClr val="bg1"/>
                </a:solidFill>
                <a:latin typeface="+mn-lt"/>
              </a:defRPr>
            </a:lvl5pPr>
          </a:lstStyle>
          <a:p>
            <a:pPr lvl="0"/>
            <a:r>
              <a:rPr lang="en-US"/>
              <a:t>Fifth level</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4" y="6245352"/>
            <a:ext cx="1435101"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0"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US"/>
              <a:t>DATE</a:t>
            </a:r>
          </a:p>
        </p:txBody>
      </p:sp>
      <p:sp>
        <p:nvSpPr>
          <p:cNvPr id="9" name="Picture Placeholder">
            <a:extLst>
              <a:ext uri="{FF2B5EF4-FFF2-40B4-BE49-F238E27FC236}">
                <a16:creationId xmlns:a16="http://schemas.microsoft.com/office/drawing/2014/main" id="{36F222E5-437D-4D26-94F0-6DA259B5944D}"/>
              </a:ext>
            </a:extLst>
          </p:cNvPr>
          <p:cNvSpPr>
            <a:spLocks noGrp="1"/>
          </p:cNvSpPr>
          <p:nvPr>
            <p:ph type="pic" sz="quarter" idx="12"/>
          </p:nvPr>
        </p:nvSpPr>
        <p:spPr>
          <a:xfrm>
            <a:off x="3584575" y="1606550"/>
            <a:ext cx="8094664" cy="4775200"/>
          </a:xfrm>
        </p:spPr>
        <p:txBody>
          <a:bodyPr/>
          <a:lstStyle>
            <a:lvl1pPr>
              <a:defRPr>
                <a:solidFill>
                  <a:schemeClr val="bg1"/>
                </a:solidFill>
              </a:defRPr>
            </a:lvl1pPr>
          </a:lstStyle>
          <a:p>
            <a:r>
              <a:rPr lang="en-US"/>
              <a:t>Click icon to add picture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userDrawn="1"/>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BRE Vector Logo" descr="CBRE logo">
            <a:extLst>
              <a:ext uri="{FF2B5EF4-FFF2-40B4-BE49-F238E27FC236}">
                <a16:creationId xmlns:a16="http://schemas.microsoft.com/office/drawing/2014/main" id="{4B4D5FB6-8681-4D7A-879A-3239F2DEE883}"/>
              </a:ext>
              <a:ext uri="{C183D7F6-B498-43B3-948B-1728B52AA6E4}">
                <adec:decorative xmlns:adec="http://schemas.microsoft.com/office/drawing/2017/decorative" val="0"/>
              </a:ext>
            </a:extLst>
          </p:cNvPr>
          <p:cNvSpPr>
            <a:spLocks noChangeAspect="1"/>
          </p:cNvSpPr>
          <p:nvPr userDrawn="1"/>
        </p:nvSpPr>
        <p:spPr>
          <a:xfrm>
            <a:off x="10753434"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324755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Image Cover 2">
    <p:bg>
      <p:bgPr>
        <a:solidFill>
          <a:schemeClr val="accent6"/>
        </a:solidFill>
        <a:effectLst/>
      </p:bgPr>
    </p:bg>
    <p:spTree>
      <p:nvGrpSpPr>
        <p:cNvPr id="1" name=""/>
        <p:cNvGrpSpPr/>
        <p:nvPr/>
      </p:nvGrpSpPr>
      <p:grpSpPr>
        <a:xfrm>
          <a:off x="0" y="0"/>
          <a:ext cx="0" cy="0"/>
          <a:chOff x="0" y="0"/>
          <a:chExt cx="0" cy="0"/>
        </a:xfrm>
      </p:grpSpPr>
      <p:cxnSp>
        <p:nvCxnSpPr>
          <p:cNvPr id="7" name="Line of Sight">
            <a:extLst>
              <a:ext uri="{FF2B5EF4-FFF2-40B4-BE49-F238E27FC236}">
                <a16:creationId xmlns:a16="http://schemas.microsoft.com/office/drawing/2014/main" id="{4B50443A-8339-4B27-B4A9-FF02F1201B4A}"/>
              </a:ext>
              <a:ext uri="{C183D7F6-B498-43B3-948B-1728B52AA6E4}">
                <adec:decorative xmlns:adec="http://schemas.microsoft.com/office/drawing/2017/decorative" val="1"/>
              </a:ext>
            </a:extLst>
          </p:cNvPr>
          <p:cNvCxnSpPr>
            <a:cxnSpLocks/>
          </p:cNvCxnSpPr>
          <p:nvPr/>
        </p:nvCxnSpPr>
        <p:spPr>
          <a:xfrm>
            <a:off x="3584575" y="567246"/>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4575" y="1556510"/>
            <a:ext cx="5022844" cy="1820100"/>
          </a:xfrm>
        </p:spPr>
        <p:txBody>
          <a:bodyPr/>
          <a:lstStyle>
            <a:lvl1pPr>
              <a:lnSpc>
                <a:spcPct val="85000"/>
              </a:lnSpc>
              <a:defRPr sz="5400">
                <a:solidFill>
                  <a:schemeClr val="bg1"/>
                </a:solidFill>
              </a:defRPr>
            </a:lvl1pPr>
          </a:lstStyle>
          <a:p>
            <a:r>
              <a:rPr lang="en-US"/>
              <a:t>Click to edit Master title style</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10244137" y="6245352"/>
            <a:ext cx="1435101" cy="412100"/>
          </a:xfrm>
          <a:prstGeom prst="rect">
            <a:avLst/>
          </a:prstGeom>
        </p:spPr>
        <p:txBody>
          <a:bodyPr lIns="0" tIns="0" rIns="0" bIns="0"/>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US"/>
              <a:t>DATE</a:t>
            </a:r>
          </a:p>
        </p:txBody>
      </p:sp>
      <p:sp>
        <p:nvSpPr>
          <p:cNvPr id="9" name="Picture Placeholder">
            <a:extLst>
              <a:ext uri="{FF2B5EF4-FFF2-40B4-BE49-F238E27FC236}">
                <a16:creationId xmlns:a16="http://schemas.microsoft.com/office/drawing/2014/main" id="{36F222E5-437D-4D26-94F0-6DA259B5944D}"/>
              </a:ext>
            </a:extLst>
          </p:cNvPr>
          <p:cNvSpPr>
            <a:spLocks noGrp="1"/>
          </p:cNvSpPr>
          <p:nvPr>
            <p:ph type="pic" sz="quarter" idx="12"/>
          </p:nvPr>
        </p:nvSpPr>
        <p:spPr>
          <a:xfrm>
            <a:off x="511176" y="1612900"/>
            <a:ext cx="2460624" cy="4775200"/>
          </a:xfrm>
        </p:spPr>
        <p:txBody>
          <a:bodyPr/>
          <a:lstStyle>
            <a:lvl1pPr>
              <a:defRPr>
                <a:solidFill>
                  <a:schemeClr val="bg1"/>
                </a:solidFill>
              </a:defRPr>
            </a:lvl1pPr>
          </a:lstStyle>
          <a:p>
            <a:r>
              <a:rPr lang="en-US"/>
              <a:t>Click icon to add picture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BRE Vector Logo" descr="CBRE logo">
            <a:extLst>
              <a:ext uri="{FF2B5EF4-FFF2-40B4-BE49-F238E27FC236}">
                <a16:creationId xmlns:a16="http://schemas.microsoft.com/office/drawing/2014/main" id="{82DBAA3F-69EC-44A9-B319-FA842EEDB687}"/>
              </a:ext>
              <a:ext uri="{C183D7F6-B498-43B3-948B-1728B52AA6E4}">
                <adec:decorative xmlns:adec="http://schemas.microsoft.com/office/drawing/2017/decorative" val="0"/>
              </a:ext>
            </a:extLst>
          </p:cNvPr>
          <p:cNvSpPr>
            <a:spLocks noChangeAspect="1"/>
          </p:cNvSpPr>
          <p:nvPr userDrawn="1"/>
        </p:nvSpPr>
        <p:spPr>
          <a:xfrm>
            <a:off x="10755020" y="457200"/>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91303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Image Cover 3">
    <p:bg>
      <p:bgPr>
        <a:solidFill>
          <a:schemeClr val="bg1"/>
        </a:solidFill>
        <a:effectLst/>
      </p:bgPr>
    </p:bg>
    <p:spTree>
      <p:nvGrpSpPr>
        <p:cNvPr id="1" name=""/>
        <p:cNvGrpSpPr/>
        <p:nvPr/>
      </p:nvGrpSpPr>
      <p:grpSpPr>
        <a:xfrm>
          <a:off x="0" y="0"/>
          <a:ext cx="0" cy="0"/>
          <a:chOff x="0" y="0"/>
          <a:chExt cx="0" cy="0"/>
        </a:xfrm>
      </p:grpSpPr>
      <p:cxnSp>
        <p:nvCxnSpPr>
          <p:cNvPr id="7" name="Line of Sight">
            <a:extLst>
              <a:ext uri="{FF2B5EF4-FFF2-40B4-BE49-F238E27FC236}">
                <a16:creationId xmlns:a16="http://schemas.microsoft.com/office/drawing/2014/main" id="{4B50443A-8339-4B27-B4A9-FF02F1201B4A}"/>
              </a:ext>
              <a:ext uri="{C183D7F6-B498-43B3-948B-1728B52AA6E4}">
                <adec:decorative xmlns:adec="http://schemas.microsoft.com/office/drawing/2017/decorative" val="1"/>
              </a:ext>
            </a:extLst>
          </p:cNvPr>
          <p:cNvCxnSpPr>
            <a:cxnSpLocks/>
          </p:cNvCxnSpPr>
          <p:nvPr userDrawn="1"/>
        </p:nvCxnSpPr>
        <p:spPr>
          <a:xfrm>
            <a:off x="3584575" y="57177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511175" y="1548314"/>
            <a:ext cx="2761488" cy="1929899"/>
          </a:xfrm>
        </p:spPr>
        <p:txBody>
          <a:bodyPr/>
          <a:lstStyle>
            <a:lvl1pPr>
              <a:lnSpc>
                <a:spcPct val="85000"/>
              </a:lnSpc>
              <a:defRPr sz="4400">
                <a:solidFill>
                  <a:schemeClr val="accent6"/>
                </a:solidFill>
              </a:defRPr>
            </a:lvl1pPr>
          </a:lstStyle>
          <a:p>
            <a:r>
              <a:rPr lang="en-US"/>
              <a:t>Click to edit Master title style</a:t>
            </a:r>
          </a:p>
        </p:txBody>
      </p:sp>
      <p:sp>
        <p:nvSpPr>
          <p:cNvPr id="10" name="Subheading Placeholder">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511175" y="4129156"/>
            <a:ext cx="2761488" cy="1122293"/>
          </a:xfrm>
        </p:spPr>
        <p:txBody>
          <a:bodyPr tIns="0">
            <a:noAutofit/>
          </a:bodyPr>
          <a:lstStyle>
            <a:lvl1pPr>
              <a:spcAft>
                <a:spcPts val="0"/>
              </a:spcAft>
              <a:defRPr sz="1700">
                <a:solidFill>
                  <a:schemeClr val="tx1"/>
                </a:solidFill>
                <a:latin typeface="+mn-lt"/>
              </a:defRPr>
            </a:lvl1pPr>
            <a:lvl2pPr>
              <a:defRPr sz="1700">
                <a:solidFill>
                  <a:schemeClr val="tx1"/>
                </a:solidFill>
              </a:defRPr>
            </a:lvl2pPr>
            <a:lvl3pPr>
              <a:defRPr>
                <a:solidFill>
                  <a:schemeClr val="bg1"/>
                </a:solidFill>
              </a:defRPr>
            </a:lvl3pPr>
            <a:lvl4pPr>
              <a:defRPr>
                <a:solidFill>
                  <a:schemeClr val="bg1"/>
                </a:solidFill>
              </a:defRPr>
            </a:lvl4pPr>
            <a:lvl5pPr>
              <a:defRPr sz="1700" b="0">
                <a:solidFill>
                  <a:schemeClr val="accent6"/>
                </a:solidFill>
                <a:latin typeface="+mn-lt"/>
              </a:defRPr>
            </a:lvl5pPr>
          </a:lstStyle>
          <a:p>
            <a:pPr lvl="0"/>
            <a:r>
              <a:rPr lang="en-US"/>
              <a:t>Subheading</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4" y="6244042"/>
            <a:ext cx="1435101"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US"/>
              <a:t>DATE</a:t>
            </a:r>
          </a:p>
        </p:txBody>
      </p:sp>
      <p:sp>
        <p:nvSpPr>
          <p:cNvPr id="9" name="Picture Placeholder">
            <a:extLst>
              <a:ext uri="{FF2B5EF4-FFF2-40B4-BE49-F238E27FC236}">
                <a16:creationId xmlns:a16="http://schemas.microsoft.com/office/drawing/2014/main" id="{36F222E5-437D-4D26-94F0-6DA259B5944D}"/>
              </a:ext>
            </a:extLst>
          </p:cNvPr>
          <p:cNvSpPr>
            <a:spLocks noGrp="1"/>
          </p:cNvSpPr>
          <p:nvPr>
            <p:ph type="pic" sz="quarter" idx="12"/>
          </p:nvPr>
        </p:nvSpPr>
        <p:spPr>
          <a:xfrm>
            <a:off x="3584575" y="1606550"/>
            <a:ext cx="8094663" cy="4775200"/>
          </a:xfrm>
        </p:spPr>
        <p:txBody>
          <a:bodyPr/>
          <a:lstStyle>
            <a:lvl1pPr>
              <a:defRPr>
                <a:solidFill>
                  <a:schemeClr val="accent3"/>
                </a:solidFill>
              </a:defRPr>
            </a:lvl1pPr>
          </a:lstStyle>
          <a:p>
            <a:r>
              <a:rPr lang="en-US"/>
              <a:t>Click icon to add picture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BRE Vector Logo" descr="CBRE logo">
            <a:extLst>
              <a:ext uri="{FF2B5EF4-FFF2-40B4-BE49-F238E27FC236}">
                <a16:creationId xmlns:a16="http://schemas.microsoft.com/office/drawing/2014/main" id="{C56BE5B1-7E5E-48E5-86EF-238C8C404F73}"/>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46218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Image Cover 4">
    <p:bg>
      <p:bgPr>
        <a:solidFill>
          <a:schemeClr val="bg1"/>
        </a:solidFill>
        <a:effectLst/>
      </p:bgPr>
    </p:bg>
    <p:spTree>
      <p:nvGrpSpPr>
        <p:cNvPr id="1" name=""/>
        <p:cNvGrpSpPr/>
        <p:nvPr/>
      </p:nvGrpSpPr>
      <p:grpSpPr>
        <a:xfrm>
          <a:off x="0" y="0"/>
          <a:ext cx="0" cy="0"/>
          <a:chOff x="0" y="0"/>
          <a:chExt cx="0" cy="0"/>
        </a:xfrm>
      </p:grpSpPr>
      <p:cxnSp>
        <p:nvCxnSpPr>
          <p:cNvPr id="7" name="Line of Sight">
            <a:extLst>
              <a:ext uri="{FF2B5EF4-FFF2-40B4-BE49-F238E27FC236}">
                <a16:creationId xmlns:a16="http://schemas.microsoft.com/office/drawing/2014/main" id="{4B50443A-8339-4B27-B4A9-FF02F1201B4A}"/>
              </a:ext>
              <a:ext uri="{C183D7F6-B498-43B3-948B-1728B52AA6E4}">
                <adec:decorative xmlns:adec="http://schemas.microsoft.com/office/drawing/2017/decorative" val="1"/>
              </a:ext>
            </a:extLst>
          </p:cNvPr>
          <p:cNvCxnSpPr>
            <a:cxnSpLocks/>
          </p:cNvCxnSpPr>
          <p:nvPr userDrawn="1"/>
        </p:nvCxnSpPr>
        <p:spPr>
          <a:xfrm>
            <a:off x="3584576" y="571774"/>
            <a:ext cx="6558601"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4576" y="1556510"/>
            <a:ext cx="5022844" cy="1820100"/>
          </a:xfrm>
        </p:spPr>
        <p:txBody>
          <a:bodyPr/>
          <a:lstStyle>
            <a:lvl1pPr>
              <a:lnSpc>
                <a:spcPct val="85000"/>
              </a:lnSpc>
              <a:defRPr sz="5400">
                <a:solidFill>
                  <a:schemeClr val="accent6"/>
                </a:solidFill>
              </a:defRPr>
            </a:lvl1pPr>
          </a:lstStyle>
          <a:p>
            <a:r>
              <a:rPr lang="en-US"/>
              <a:t>Click to edit Master title style</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10244137" y="6245352"/>
            <a:ext cx="1435101" cy="412100"/>
          </a:xfrm>
          <a:prstGeom prst="rect">
            <a:avLst/>
          </a:prstGeom>
        </p:spPr>
        <p:txBody>
          <a:bodyPr lIns="0" tIns="0" rIns="0" bIns="0"/>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stStyle>
          <a:p>
            <a:r>
              <a:rPr lang="en-US"/>
              <a:t>DATE</a:t>
            </a:r>
          </a:p>
        </p:txBody>
      </p:sp>
      <p:sp>
        <p:nvSpPr>
          <p:cNvPr id="9" name="Picture Placeholder">
            <a:extLst>
              <a:ext uri="{FF2B5EF4-FFF2-40B4-BE49-F238E27FC236}">
                <a16:creationId xmlns:a16="http://schemas.microsoft.com/office/drawing/2014/main" id="{36F222E5-437D-4D26-94F0-6DA259B5944D}"/>
              </a:ext>
            </a:extLst>
          </p:cNvPr>
          <p:cNvSpPr>
            <a:spLocks noGrp="1"/>
          </p:cNvSpPr>
          <p:nvPr>
            <p:ph type="pic" sz="quarter" idx="12"/>
          </p:nvPr>
        </p:nvSpPr>
        <p:spPr>
          <a:xfrm>
            <a:off x="511176" y="1612900"/>
            <a:ext cx="2460624" cy="4775200"/>
          </a:xfrm>
        </p:spPr>
        <p:txBody>
          <a:bodyPr/>
          <a:lstStyle>
            <a:lvl1pPr>
              <a:defRPr>
                <a:solidFill>
                  <a:schemeClr val="accent6"/>
                </a:solidFill>
              </a:defRPr>
            </a:lvl1pPr>
          </a:lstStyle>
          <a:p>
            <a:r>
              <a:rPr lang="en-US"/>
              <a:t>Click icon to add picture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1" y="0"/>
            <a:ext cx="3584576"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BRE Vector Logo" descr="CBRE logo">
            <a:extLst>
              <a:ext uri="{FF2B5EF4-FFF2-40B4-BE49-F238E27FC236}">
                <a16:creationId xmlns:a16="http://schemas.microsoft.com/office/drawing/2014/main" id="{2E2EAA08-5BCE-48AA-B638-B6BB3E345AA7}"/>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326382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genda 1">
    <p:bg>
      <p:bgPr>
        <a:solidFill>
          <a:schemeClr val="bg1"/>
        </a:solidFill>
        <a:effectLst/>
      </p:bgPr>
    </p:bg>
    <p:spTree>
      <p:nvGrpSpPr>
        <p:cNvPr id="1" name=""/>
        <p:cNvGrpSpPr/>
        <p:nvPr/>
      </p:nvGrpSpPr>
      <p:grpSpPr>
        <a:xfrm>
          <a:off x="0" y="0"/>
          <a:ext cx="0" cy="0"/>
          <a:chOff x="0" y="0"/>
          <a:chExt cx="0" cy="0"/>
        </a:xfrm>
      </p:grpSpPr>
      <p:cxnSp>
        <p:nvCxnSpPr>
          <p:cNvPr id="21" name="Line of Sight">
            <a:extLst>
              <a:ext uri="{FF2B5EF4-FFF2-40B4-BE49-F238E27FC236}">
                <a16:creationId xmlns:a16="http://schemas.microsoft.com/office/drawing/2014/main" id="{27190B2A-4A03-4442-BCB9-881FECD2D9D6}"/>
              </a:ext>
              <a:ext uri="{C183D7F6-B498-43B3-948B-1728B52AA6E4}">
                <adec:decorative xmlns:adec="http://schemas.microsoft.com/office/drawing/2017/decorative" val="1"/>
              </a:ext>
            </a:extLst>
          </p:cNvPr>
          <p:cNvCxnSpPr>
            <a:cxnSpLocks/>
          </p:cNvCxnSpPr>
          <p:nvPr userDrawn="1"/>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p>
        </p:txBody>
      </p:sp>
      <p:sp>
        <p:nvSpPr>
          <p:cNvPr id="75" name="Agenda Placeholder">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7683500" y="1601788"/>
            <a:ext cx="2950014" cy="4275137"/>
          </a:xfrm>
        </p:spPr>
        <p:txBody>
          <a:bodyPr/>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1626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ext Agenda 1 Dark">
    <p:bg>
      <p:bgPr>
        <a:solidFill>
          <a:srgbClr val="012B2D"/>
        </a:solidFill>
        <a:effectLst/>
      </p:bgPr>
    </p:bg>
    <p:spTree>
      <p:nvGrpSpPr>
        <p:cNvPr id="1" name=""/>
        <p:cNvGrpSpPr/>
        <p:nvPr/>
      </p:nvGrpSpPr>
      <p:grpSpPr>
        <a:xfrm>
          <a:off x="0" y="0"/>
          <a:ext cx="0" cy="0"/>
          <a:chOff x="0" y="0"/>
          <a:chExt cx="0" cy="0"/>
        </a:xfrm>
      </p:grpSpPr>
      <p:cxnSp>
        <p:nvCxnSpPr>
          <p:cNvPr id="21" name="Line of SIght">
            <a:extLst>
              <a:ext uri="{FF2B5EF4-FFF2-40B4-BE49-F238E27FC236}">
                <a16:creationId xmlns:a16="http://schemas.microsoft.com/office/drawing/2014/main" id="{27190B2A-4A03-4442-BCB9-881FECD2D9D6}"/>
              </a:ext>
              <a:ext uri="{C183D7F6-B498-43B3-948B-1728B52AA6E4}">
                <adec:decorative xmlns:adec="http://schemas.microsoft.com/office/drawing/2017/decorative" val="1"/>
              </a:ext>
            </a:extLst>
          </p:cNvPr>
          <p:cNvCxnSpPr>
            <a:cxnSpLocks/>
          </p:cNvCxnSpPr>
          <p:nvPr/>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solidFill>
                  <a:schemeClr val="bg1"/>
                </a:solidFill>
              </a:defRPr>
            </a:lvl1pPr>
          </a:lstStyle>
          <a:p>
            <a:r>
              <a:rPr lang="en-US"/>
              <a:t>Agenda</a:t>
            </a:r>
          </a:p>
        </p:txBody>
      </p:sp>
      <p:sp>
        <p:nvSpPr>
          <p:cNvPr id="75" name="Agenda Placeholder">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7683500" y="1601788"/>
            <a:ext cx="2950014" cy="4275137"/>
          </a:xfrm>
        </p:spPr>
        <p:txBody>
          <a:bodyPr/>
          <a:lstStyle>
            <a:lvl1pPr marL="342900" indent="-342900">
              <a:lnSpc>
                <a:spcPct val="100000"/>
              </a:lnSpc>
              <a:spcBef>
                <a:spcPts val="0"/>
              </a:spcBef>
              <a:spcAft>
                <a:spcPts val="600"/>
              </a:spcAft>
              <a:buFont typeface="+mj-lt"/>
              <a:buAutoNum type="arabicPlain"/>
              <a:tabLst/>
              <a:defRPr sz="1600">
                <a:solidFill>
                  <a:schemeClr val="bg1"/>
                </a:solidFill>
                <a:latin typeface="+mn-lt"/>
              </a:defRPr>
            </a:lvl1pPr>
            <a:lvl2pPr marL="514350" indent="-171450">
              <a:buFont typeface="Calibre" panose="020B0503030202060203" pitchFamily="34" charset="0"/>
              <a:buChar char="–"/>
              <a:defRPr sz="1100">
                <a:solidFill>
                  <a:schemeClr val="bg1"/>
                </a:solidFill>
                <a:latin typeface="+mn-lt"/>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78EE95C-17B0-474E-86B9-86CE4D5CE658}"/>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9" name="TextBox 8">
            <a:extLst>
              <a:ext uri="{FF2B5EF4-FFF2-40B4-BE49-F238E27FC236}">
                <a16:creationId xmlns:a16="http://schemas.microsoft.com/office/drawing/2014/main" id="{F73834A5-DF51-4D0D-B974-EB0F420A2288}"/>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16048859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genda 2">
    <p:bg>
      <p:bgPr>
        <a:solidFill>
          <a:schemeClr val="bg1"/>
        </a:solidFill>
        <a:effectLst/>
      </p:bgPr>
    </p:bg>
    <p:spTree>
      <p:nvGrpSpPr>
        <p:cNvPr id="1" name=""/>
        <p:cNvGrpSpPr/>
        <p:nvPr/>
      </p:nvGrpSpPr>
      <p:grpSpPr>
        <a:xfrm>
          <a:off x="0" y="0"/>
          <a:ext cx="0" cy="0"/>
          <a:chOff x="0" y="0"/>
          <a:chExt cx="0" cy="0"/>
        </a:xfrm>
      </p:grpSpPr>
      <p:cxnSp>
        <p:nvCxnSpPr>
          <p:cNvPr id="21" name="Line of SIght">
            <a:extLst>
              <a:ext uri="{FF2B5EF4-FFF2-40B4-BE49-F238E27FC236}">
                <a16:creationId xmlns:a16="http://schemas.microsoft.com/office/drawing/2014/main" id="{27190B2A-4A03-4442-BCB9-881FECD2D9D6}"/>
              </a:ext>
              <a:ext uri="{C183D7F6-B498-43B3-948B-1728B52AA6E4}">
                <adec:decorative xmlns:adec="http://schemas.microsoft.com/office/drawing/2017/decorative" val="1"/>
              </a:ext>
            </a:extLst>
          </p:cNvPr>
          <p:cNvCxnSpPr>
            <a:cxnSpLocks/>
          </p:cNvCxnSpPr>
          <p:nvPr/>
        </p:nvCxnSpPr>
        <p:spPr>
          <a:xfrm flipH="1">
            <a:off x="3575527" y="1812877"/>
            <a:ext cx="810371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p>
        </p:txBody>
      </p:sp>
      <p:sp>
        <p:nvSpPr>
          <p:cNvPr id="75" name="Agenda Placeholder">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3584574" y="4102100"/>
            <a:ext cx="7581902" cy="2275550"/>
          </a:xfrm>
        </p:spPr>
        <p:txBody>
          <a:bodyPr rIns="512064" numCol="2" spcCol="768096"/>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82284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Agenda 3">
    <p:bg>
      <p:bgPr>
        <a:solidFill>
          <a:schemeClr val="bg1"/>
        </a:solidFill>
        <a:effectLst/>
      </p:bgPr>
    </p:bg>
    <p:spTree>
      <p:nvGrpSpPr>
        <p:cNvPr id="1" name=""/>
        <p:cNvGrpSpPr/>
        <p:nvPr/>
      </p:nvGrpSpPr>
      <p:grpSpPr>
        <a:xfrm>
          <a:off x="0" y="0"/>
          <a:ext cx="0" cy="0"/>
          <a:chOff x="0" y="0"/>
          <a:chExt cx="0" cy="0"/>
        </a:xfrm>
      </p:grpSpPr>
      <p:cxnSp>
        <p:nvCxnSpPr>
          <p:cNvPr id="13" name="Line of SIght">
            <a:extLst>
              <a:ext uri="{FF2B5EF4-FFF2-40B4-BE49-F238E27FC236}">
                <a16:creationId xmlns:a16="http://schemas.microsoft.com/office/drawing/2014/main" id="{0B9F7272-20C6-418C-8A6C-B6F913708AEE}"/>
              </a:ext>
              <a:ext uri="{C183D7F6-B498-43B3-948B-1728B52AA6E4}">
                <adec:decorative xmlns:adec="http://schemas.microsoft.com/office/drawing/2017/decorative" val="1"/>
              </a:ext>
            </a:extLst>
          </p:cNvPr>
          <p:cNvCxnSpPr>
            <a:cxnSpLocks/>
          </p:cNvCxnSpPr>
          <p:nvPr/>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p>
        </p:txBody>
      </p:sp>
      <p:sp>
        <p:nvSpPr>
          <p:cNvPr id="75" name="Agenda Placeholder">
            <a:extLst>
              <a:ext uri="{FF2B5EF4-FFF2-40B4-BE49-F238E27FC236}">
                <a16:creationId xmlns:a16="http://schemas.microsoft.com/office/drawing/2014/main" id="{E08FCD91-4ED5-4472-8502-99710E85E61C}"/>
              </a:ext>
            </a:extLst>
          </p:cNvPr>
          <p:cNvSpPr>
            <a:spLocks noGrp="1"/>
          </p:cNvSpPr>
          <p:nvPr>
            <p:ph type="body" sz="quarter" idx="10" hasCustomPrompt="1"/>
          </p:nvPr>
        </p:nvSpPr>
        <p:spPr>
          <a:xfrm>
            <a:off x="7683500" y="1601788"/>
            <a:ext cx="2950014" cy="4275137"/>
          </a:xfrm>
        </p:spPr>
        <p:txBody>
          <a:bodyPr/>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BDB04C03-037A-4942-9253-93DB7247F3BE}"/>
              </a:ext>
            </a:extLst>
          </p:cNvPr>
          <p:cNvSpPr>
            <a:spLocks noGrp="1"/>
          </p:cNvSpPr>
          <p:nvPr>
            <p:ph type="pic" sz="quarter" idx="13"/>
          </p:nvPr>
        </p:nvSpPr>
        <p:spPr>
          <a:xfrm>
            <a:off x="511175" y="2436729"/>
            <a:ext cx="2971800" cy="1973208"/>
          </a:xfrm>
        </p:spPr>
        <p:txBody>
          <a:bodyPr/>
          <a:lstStyle/>
          <a:p>
            <a:r>
              <a:rPr lang="en-US"/>
              <a:t>Click icon to add picture</a:t>
            </a:r>
          </a:p>
        </p:txBody>
      </p:sp>
    </p:spTree>
    <p:extLst>
      <p:ext uri="{BB962C8B-B14F-4D97-AF65-F5344CB8AC3E}">
        <p14:creationId xmlns:p14="http://schemas.microsoft.com/office/powerpoint/2010/main" val="41818838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 Agenda 1">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7FE991-A877-4767-B1CA-512FB5B04D95}"/>
              </a:ext>
            </a:extLst>
          </p:cNvPr>
          <p:cNvSpPr>
            <a:spLocks noGrp="1"/>
          </p:cNvSpPr>
          <p:nvPr>
            <p:ph type="title" hasCustomPrompt="1"/>
          </p:nvPr>
        </p:nvSpPr>
        <p:spPr>
          <a:xfrm>
            <a:off x="511176" y="1600200"/>
            <a:ext cx="1441744" cy="1325563"/>
          </a:xfrm>
        </p:spPr>
        <p:txBody>
          <a:bodyPr/>
          <a:lstStyle>
            <a:lvl1pPr>
              <a:defRPr>
                <a:solidFill>
                  <a:schemeClr val="tx1"/>
                </a:solidFill>
              </a:defRPr>
            </a:lvl1pPr>
          </a:lstStyle>
          <a:p>
            <a:r>
              <a:rPr lang="en-US"/>
              <a:t>Agenda</a:t>
            </a:r>
          </a:p>
        </p:txBody>
      </p:sp>
      <p:sp>
        <p:nvSpPr>
          <p:cNvPr id="75" name="Agenda Placeholder">
            <a:extLst>
              <a:ext uri="{FF2B5EF4-FFF2-40B4-BE49-F238E27FC236}">
                <a16:creationId xmlns:a16="http://schemas.microsoft.com/office/drawing/2014/main" id="{0F20E8DD-88E2-4435-A814-208BF59AA4AF}"/>
              </a:ext>
            </a:extLst>
          </p:cNvPr>
          <p:cNvSpPr>
            <a:spLocks noGrp="1"/>
          </p:cNvSpPr>
          <p:nvPr>
            <p:ph type="body" sz="quarter" idx="10" hasCustomPrompt="1"/>
          </p:nvPr>
        </p:nvSpPr>
        <p:spPr>
          <a:xfrm>
            <a:off x="8707438" y="1562876"/>
            <a:ext cx="2971799" cy="4314049"/>
          </a:xfrm>
        </p:spPr>
        <p:txBody>
          <a:bodyPr/>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627EE949-DAB3-4E3E-BACE-0854D8E22185}"/>
              </a:ext>
            </a:extLst>
          </p:cNvPr>
          <p:cNvSpPr>
            <a:spLocks noGrp="1"/>
          </p:cNvSpPr>
          <p:nvPr>
            <p:ph type="pic" sz="quarter" idx="11"/>
          </p:nvPr>
        </p:nvSpPr>
        <p:spPr>
          <a:xfrm>
            <a:off x="3584575" y="476250"/>
            <a:ext cx="4506913" cy="5905500"/>
          </a:xfrm>
        </p:spPr>
        <p:txBody>
          <a:bodyPr/>
          <a:lstStyle/>
          <a:p>
            <a:r>
              <a:rPr lang="en-US"/>
              <a:t>Click icon to add picture</a:t>
            </a:r>
          </a:p>
        </p:txBody>
      </p:sp>
    </p:spTree>
    <p:extLst>
      <p:ext uri="{BB962C8B-B14F-4D97-AF65-F5344CB8AC3E}">
        <p14:creationId xmlns:p14="http://schemas.microsoft.com/office/powerpoint/2010/main" val="260774419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mage Agenda 1 Dark">
    <p:bg>
      <p:bgPr>
        <a:solidFill>
          <a:srgbClr val="012A2D"/>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7FE991-A877-4767-B1CA-512FB5B04D95}"/>
              </a:ext>
            </a:extLst>
          </p:cNvPr>
          <p:cNvSpPr>
            <a:spLocks noGrp="1"/>
          </p:cNvSpPr>
          <p:nvPr>
            <p:ph type="title" hasCustomPrompt="1"/>
          </p:nvPr>
        </p:nvSpPr>
        <p:spPr>
          <a:xfrm>
            <a:off x="511176" y="1600200"/>
            <a:ext cx="1441744" cy="1325563"/>
          </a:xfrm>
        </p:spPr>
        <p:txBody>
          <a:bodyPr/>
          <a:lstStyle>
            <a:lvl1pPr>
              <a:defRPr>
                <a:solidFill>
                  <a:schemeClr val="bg1"/>
                </a:solidFill>
              </a:defRPr>
            </a:lvl1pPr>
          </a:lstStyle>
          <a:p>
            <a:r>
              <a:rPr lang="en-US"/>
              <a:t>Agenda</a:t>
            </a:r>
          </a:p>
        </p:txBody>
      </p:sp>
      <p:sp>
        <p:nvSpPr>
          <p:cNvPr id="75" name="Agenda Placeholder">
            <a:extLst>
              <a:ext uri="{FF2B5EF4-FFF2-40B4-BE49-F238E27FC236}">
                <a16:creationId xmlns:a16="http://schemas.microsoft.com/office/drawing/2014/main" id="{0F20E8DD-88E2-4435-A814-208BF59AA4AF}"/>
              </a:ext>
            </a:extLst>
          </p:cNvPr>
          <p:cNvSpPr>
            <a:spLocks noGrp="1"/>
          </p:cNvSpPr>
          <p:nvPr>
            <p:ph type="body" sz="quarter" idx="10" hasCustomPrompt="1"/>
          </p:nvPr>
        </p:nvSpPr>
        <p:spPr>
          <a:xfrm>
            <a:off x="8707438" y="1562876"/>
            <a:ext cx="2971799" cy="4314049"/>
          </a:xfrm>
        </p:spPr>
        <p:txBody>
          <a:bodyPr/>
          <a:lstStyle>
            <a:lvl1pPr marL="342900" indent="-342900">
              <a:lnSpc>
                <a:spcPct val="100000"/>
              </a:lnSpc>
              <a:spcBef>
                <a:spcPts val="0"/>
              </a:spcBef>
              <a:spcAft>
                <a:spcPts val="600"/>
              </a:spcAft>
              <a:buFont typeface="+mj-lt"/>
              <a:buAutoNum type="arabicPlain"/>
              <a:tabLst/>
              <a:defRPr sz="1600">
                <a:solidFill>
                  <a:schemeClr val="bg1"/>
                </a:solidFill>
                <a:latin typeface="+mn-lt"/>
              </a:defRPr>
            </a:lvl1pPr>
            <a:lvl2pPr marL="514350" indent="-171450">
              <a:buFont typeface="Calibre" panose="020B0503030202060203" pitchFamily="34" charset="0"/>
              <a:buChar char="–"/>
              <a:defRPr sz="1100">
                <a:solidFill>
                  <a:schemeClr val="bg1"/>
                </a:solidFill>
                <a:latin typeface="+mn-lt"/>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627EE949-DAB3-4E3E-BACE-0854D8E22185}"/>
              </a:ext>
            </a:extLst>
          </p:cNvPr>
          <p:cNvSpPr>
            <a:spLocks noGrp="1"/>
          </p:cNvSpPr>
          <p:nvPr>
            <p:ph type="pic" sz="quarter" idx="11"/>
          </p:nvPr>
        </p:nvSpPr>
        <p:spPr>
          <a:xfrm>
            <a:off x="3584575" y="476250"/>
            <a:ext cx="4506913" cy="5905500"/>
          </a:xfrm>
        </p:spPr>
        <p:txBody>
          <a:bodyPr/>
          <a:lstStyle>
            <a:lvl1pPr>
              <a:defRPr>
                <a:solidFill>
                  <a:schemeClr val="bg1"/>
                </a:solidFill>
              </a:defRPr>
            </a:lvl1pPr>
          </a:lstStyle>
          <a:p>
            <a:r>
              <a:rPr lang="en-US"/>
              <a:t>Click icon to add picture</a:t>
            </a:r>
          </a:p>
        </p:txBody>
      </p:sp>
      <p:sp>
        <p:nvSpPr>
          <p:cNvPr id="9" name="TextBox 8">
            <a:extLst>
              <a:ext uri="{FF2B5EF4-FFF2-40B4-BE49-F238E27FC236}">
                <a16:creationId xmlns:a16="http://schemas.microsoft.com/office/drawing/2014/main" id="{1053A7E3-6304-4250-B44B-DA8FB5E67F65}"/>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0" name="TextBox 9">
            <a:extLst>
              <a:ext uri="{FF2B5EF4-FFF2-40B4-BE49-F238E27FC236}">
                <a16:creationId xmlns:a16="http://schemas.microsoft.com/office/drawing/2014/main" id="{49D8847A-8E6A-4F35-B6DA-1BB0A465AAE3}"/>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54414099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Agenda 2">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7FE991-A877-4767-B1CA-512FB5B04D95}"/>
              </a:ext>
            </a:extLst>
          </p:cNvPr>
          <p:cNvSpPr>
            <a:spLocks noGrp="1"/>
          </p:cNvSpPr>
          <p:nvPr>
            <p:ph type="title" hasCustomPrompt="1"/>
          </p:nvPr>
        </p:nvSpPr>
        <p:spPr>
          <a:xfrm>
            <a:off x="511176" y="1600200"/>
            <a:ext cx="2971798" cy="525463"/>
          </a:xfrm>
        </p:spPr>
        <p:txBody>
          <a:bodyPr/>
          <a:lstStyle>
            <a:lvl1pPr>
              <a:defRPr>
                <a:solidFill>
                  <a:schemeClr val="tx1"/>
                </a:solidFill>
              </a:defRPr>
            </a:lvl1pPr>
          </a:lstStyle>
          <a:p>
            <a:r>
              <a:rPr lang="en-US"/>
              <a:t>Agenda</a:t>
            </a:r>
          </a:p>
        </p:txBody>
      </p:sp>
      <p:sp>
        <p:nvSpPr>
          <p:cNvPr id="75" name="Agenda Placeholder">
            <a:extLst>
              <a:ext uri="{FF2B5EF4-FFF2-40B4-BE49-F238E27FC236}">
                <a16:creationId xmlns:a16="http://schemas.microsoft.com/office/drawing/2014/main" id="{0F20E8DD-88E2-4435-A814-208BF59AA4AF}"/>
              </a:ext>
            </a:extLst>
          </p:cNvPr>
          <p:cNvSpPr>
            <a:spLocks noGrp="1"/>
          </p:cNvSpPr>
          <p:nvPr>
            <p:ph type="body" sz="quarter" idx="10" hasCustomPrompt="1"/>
          </p:nvPr>
        </p:nvSpPr>
        <p:spPr>
          <a:xfrm>
            <a:off x="511175" y="2227263"/>
            <a:ext cx="2971799" cy="4154487"/>
          </a:xfrm>
        </p:spPr>
        <p:txBody>
          <a:bodyPr/>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627EE949-DAB3-4E3E-BACE-0854D8E22185}"/>
              </a:ext>
            </a:extLst>
          </p:cNvPr>
          <p:cNvSpPr>
            <a:spLocks noGrp="1"/>
          </p:cNvSpPr>
          <p:nvPr>
            <p:ph type="pic" sz="quarter" idx="11"/>
          </p:nvPr>
        </p:nvSpPr>
        <p:spPr>
          <a:xfrm>
            <a:off x="3584575" y="1601789"/>
            <a:ext cx="8094663" cy="4779962"/>
          </a:xfrm>
        </p:spPr>
        <p:txBody>
          <a:bodyPr/>
          <a:lstStyle/>
          <a:p>
            <a:r>
              <a:rPr lang="en-US"/>
              <a:t>Click icon to add picture</a:t>
            </a:r>
          </a:p>
        </p:txBody>
      </p:sp>
    </p:spTree>
    <p:extLst>
      <p:ext uri="{BB962C8B-B14F-4D97-AF65-F5344CB8AC3E}">
        <p14:creationId xmlns:p14="http://schemas.microsoft.com/office/powerpoint/2010/main" val="80736605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mage Agenda 3">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7FE991-A877-4767-B1CA-512FB5B04D95}"/>
              </a:ext>
            </a:extLst>
          </p:cNvPr>
          <p:cNvSpPr>
            <a:spLocks noGrp="1"/>
          </p:cNvSpPr>
          <p:nvPr>
            <p:ph type="title" hasCustomPrompt="1"/>
          </p:nvPr>
        </p:nvSpPr>
        <p:spPr>
          <a:xfrm>
            <a:off x="511176" y="1600200"/>
            <a:ext cx="2971798" cy="525463"/>
          </a:xfrm>
        </p:spPr>
        <p:txBody>
          <a:bodyPr/>
          <a:lstStyle>
            <a:lvl1pPr>
              <a:defRPr>
                <a:solidFill>
                  <a:schemeClr val="tx1"/>
                </a:solidFill>
              </a:defRPr>
            </a:lvl1pPr>
          </a:lstStyle>
          <a:p>
            <a:r>
              <a:rPr lang="en-US"/>
              <a:t>Agenda</a:t>
            </a:r>
          </a:p>
        </p:txBody>
      </p:sp>
      <p:sp>
        <p:nvSpPr>
          <p:cNvPr id="11" name="Text Placeholder 1">
            <a:extLst>
              <a:ext uri="{FF2B5EF4-FFF2-40B4-BE49-F238E27FC236}">
                <a16:creationId xmlns:a16="http://schemas.microsoft.com/office/drawing/2014/main" id="{FF56D822-4BE8-4265-9502-3BFA008CC373}"/>
              </a:ext>
            </a:extLst>
          </p:cNvPr>
          <p:cNvSpPr>
            <a:spLocks noGrp="1"/>
          </p:cNvSpPr>
          <p:nvPr>
            <p:ph type="body" sz="quarter" idx="16"/>
          </p:nvPr>
        </p:nvSpPr>
        <p:spPr>
          <a:xfrm>
            <a:off x="3584575" y="1601787"/>
            <a:ext cx="2460625" cy="177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627EE949-DAB3-4E3E-BACE-0854D8E22185}"/>
              </a:ext>
            </a:extLst>
          </p:cNvPr>
          <p:cNvSpPr>
            <a:spLocks noGrp="1"/>
          </p:cNvSpPr>
          <p:nvPr>
            <p:ph type="pic" sz="quarter" idx="11"/>
          </p:nvPr>
        </p:nvSpPr>
        <p:spPr>
          <a:xfrm>
            <a:off x="3584575" y="3478212"/>
            <a:ext cx="2460625" cy="2903538"/>
          </a:xfrm>
        </p:spPr>
        <p:txBody>
          <a:bodyPr/>
          <a:lstStyle/>
          <a:p>
            <a:r>
              <a:rPr lang="en-US"/>
              <a:t>Click icon to add picture</a:t>
            </a:r>
          </a:p>
        </p:txBody>
      </p:sp>
      <p:sp>
        <p:nvSpPr>
          <p:cNvPr id="13" name="Text Placeholder 2">
            <a:extLst>
              <a:ext uri="{FF2B5EF4-FFF2-40B4-BE49-F238E27FC236}">
                <a16:creationId xmlns:a16="http://schemas.microsoft.com/office/drawing/2014/main" id="{4EAAA0CC-1E20-4497-9131-AC03BF97EE48}"/>
              </a:ext>
            </a:extLst>
          </p:cNvPr>
          <p:cNvSpPr>
            <a:spLocks noGrp="1"/>
          </p:cNvSpPr>
          <p:nvPr>
            <p:ph type="body" sz="quarter" idx="17"/>
          </p:nvPr>
        </p:nvSpPr>
        <p:spPr>
          <a:xfrm>
            <a:off x="6146800" y="1601787"/>
            <a:ext cx="2460625" cy="177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B02182EA-23EB-4F80-85DC-273E369D441D}"/>
              </a:ext>
            </a:extLst>
          </p:cNvPr>
          <p:cNvSpPr>
            <a:spLocks noGrp="1"/>
          </p:cNvSpPr>
          <p:nvPr>
            <p:ph type="pic" sz="quarter" idx="14"/>
          </p:nvPr>
        </p:nvSpPr>
        <p:spPr>
          <a:xfrm>
            <a:off x="6146800" y="3478212"/>
            <a:ext cx="2460625" cy="2903538"/>
          </a:xfrm>
        </p:spPr>
        <p:txBody>
          <a:bodyPr/>
          <a:lstStyle/>
          <a:p>
            <a:r>
              <a:rPr lang="en-US"/>
              <a:t>Click icon to add picture</a:t>
            </a:r>
          </a:p>
        </p:txBody>
      </p:sp>
      <p:sp>
        <p:nvSpPr>
          <p:cNvPr id="14" name="Text Placeholder 3">
            <a:extLst>
              <a:ext uri="{FF2B5EF4-FFF2-40B4-BE49-F238E27FC236}">
                <a16:creationId xmlns:a16="http://schemas.microsoft.com/office/drawing/2014/main" id="{CBA11F3B-2B6C-4112-9F86-27277516ECB4}"/>
              </a:ext>
            </a:extLst>
          </p:cNvPr>
          <p:cNvSpPr>
            <a:spLocks noGrp="1"/>
          </p:cNvSpPr>
          <p:nvPr>
            <p:ph type="body" sz="quarter" idx="18"/>
          </p:nvPr>
        </p:nvSpPr>
        <p:spPr>
          <a:xfrm>
            <a:off x="8707438" y="1601787"/>
            <a:ext cx="2460625" cy="177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F41C082D-D2E8-46DF-B484-21B3330683E6}"/>
              </a:ext>
            </a:extLst>
          </p:cNvPr>
          <p:cNvSpPr>
            <a:spLocks noGrp="1"/>
          </p:cNvSpPr>
          <p:nvPr>
            <p:ph type="pic" sz="quarter" idx="15"/>
          </p:nvPr>
        </p:nvSpPr>
        <p:spPr>
          <a:xfrm>
            <a:off x="8704262" y="3478212"/>
            <a:ext cx="2460625" cy="2903538"/>
          </a:xfrm>
        </p:spPr>
        <p:txBody>
          <a:bodyPr/>
          <a:lstStyle/>
          <a:p>
            <a:r>
              <a:rPr lang="en-US"/>
              <a:t>Click icon to add picture</a:t>
            </a:r>
          </a:p>
        </p:txBody>
      </p:sp>
    </p:spTree>
    <p:extLst>
      <p:ext uri="{BB962C8B-B14F-4D97-AF65-F5344CB8AC3E}">
        <p14:creationId xmlns:p14="http://schemas.microsoft.com/office/powerpoint/2010/main" val="194679007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ec Summ 4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grpSp>
        <p:nvGrpSpPr>
          <p:cNvPr id="2" name="Column Rules">
            <a:extLst>
              <a:ext uri="{FF2B5EF4-FFF2-40B4-BE49-F238E27FC236}">
                <a16:creationId xmlns:a16="http://schemas.microsoft.com/office/drawing/2014/main" id="{1FD093C6-9BFF-4EC4-BD31-C16B04A7358D}"/>
              </a:ext>
              <a:ext uri="{C183D7F6-B498-43B3-948B-1728B52AA6E4}">
                <adec:decorative xmlns:adec="http://schemas.microsoft.com/office/drawing/2017/decorative" val="1"/>
              </a:ext>
            </a:extLst>
          </p:cNvPr>
          <p:cNvGrpSpPr/>
          <p:nvPr userDrawn="1"/>
        </p:nvGrpSpPr>
        <p:grpSpPr>
          <a:xfrm>
            <a:off x="505977" y="2225674"/>
            <a:ext cx="8540896" cy="1261872"/>
            <a:chOff x="505977" y="2225674"/>
            <a:chExt cx="8540896" cy="1431925"/>
          </a:xfrm>
        </p:grpSpPr>
        <p:cxnSp>
          <p:nvCxnSpPr>
            <p:cNvPr id="22" name="Column Rule 4">
              <a:extLst>
                <a:ext uri="{FF2B5EF4-FFF2-40B4-BE49-F238E27FC236}">
                  <a16:creationId xmlns:a16="http://schemas.microsoft.com/office/drawing/2014/main" id="{39F456A1-F89D-4E8D-9939-5DDC80972902}"/>
                </a:ext>
              </a:extLst>
            </p:cNvPr>
            <p:cNvCxnSpPr>
              <a:cxnSpLocks/>
            </p:cNvCxnSpPr>
            <p:nvPr userDrawn="1"/>
          </p:nvCxnSpPr>
          <p:spPr>
            <a:xfrm>
              <a:off x="9046873"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3" name="Column Rule 3">
              <a:extLst>
                <a:ext uri="{FF2B5EF4-FFF2-40B4-BE49-F238E27FC236}">
                  <a16:creationId xmlns:a16="http://schemas.microsoft.com/office/drawing/2014/main" id="{C4B15205-E96B-489D-84B5-39F086178357}"/>
                </a:ext>
              </a:extLst>
            </p:cNvPr>
            <p:cNvCxnSpPr>
              <a:cxnSpLocks/>
            </p:cNvCxnSpPr>
            <p:nvPr userDrawn="1"/>
          </p:nvCxnSpPr>
          <p:spPr>
            <a:xfrm>
              <a:off x="619990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6" name="Column Rule 2">
              <a:extLst>
                <a:ext uri="{FF2B5EF4-FFF2-40B4-BE49-F238E27FC236}">
                  <a16:creationId xmlns:a16="http://schemas.microsoft.com/office/drawing/2014/main" id="{74B34D04-2DB5-4ECD-B5DF-25A38C332E27}"/>
                </a:ext>
              </a:extLst>
            </p:cNvPr>
            <p:cNvCxnSpPr>
              <a:cxnSpLocks/>
            </p:cNvCxnSpPr>
            <p:nvPr userDrawn="1"/>
          </p:nvCxnSpPr>
          <p:spPr>
            <a:xfrm>
              <a:off x="3352942"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1" name="Column Rule 1">
              <a:extLst>
                <a:ext uri="{FF2B5EF4-FFF2-40B4-BE49-F238E27FC236}">
                  <a16:creationId xmlns:a16="http://schemas.microsoft.com/office/drawing/2014/main" id="{FE3C7069-4632-4876-8DC1-2CA1440016D8}"/>
                </a:ext>
              </a:extLst>
            </p:cNvPr>
            <p:cNvCxnSpPr>
              <a:cxnSpLocks/>
            </p:cNvCxnSpPr>
            <p:nvPr userDrawn="1"/>
          </p:nvCxnSpPr>
          <p:spPr>
            <a:xfrm>
              <a:off x="50597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grp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8" name="Heading Placeholder 1">
            <a:extLst>
              <a:ext uri="{FF2B5EF4-FFF2-40B4-BE49-F238E27FC236}">
                <a16:creationId xmlns:a16="http://schemas.microsoft.com/office/drawing/2014/main" id="{478E80C0-0E36-48D9-AC93-9C6F4EC94042}"/>
              </a:ext>
            </a:extLst>
          </p:cNvPr>
          <p:cNvSpPr>
            <a:spLocks noGrp="1"/>
          </p:cNvSpPr>
          <p:nvPr userDrawn="1">
            <p:ph type="body" sz="quarter" idx="13" hasCustomPrompt="1"/>
          </p:nvPr>
        </p:nvSpPr>
        <p:spPr>
          <a:xfrm>
            <a:off x="667779" y="2225673"/>
            <a:ext cx="2459736"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userDrawn="1">
            <p:ph sz="quarter" idx="12"/>
          </p:nvPr>
        </p:nvSpPr>
        <p:spPr>
          <a:xfrm>
            <a:off x="667779" y="3332098"/>
            <a:ext cx="2459736"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Heading Placeholder 2">
            <a:extLst>
              <a:ext uri="{FF2B5EF4-FFF2-40B4-BE49-F238E27FC236}">
                <a16:creationId xmlns:a16="http://schemas.microsoft.com/office/drawing/2014/main" id="{6FE6ECDB-AF0B-4645-9EF8-7E58A711A6A0}"/>
              </a:ext>
            </a:extLst>
          </p:cNvPr>
          <p:cNvSpPr>
            <a:spLocks noGrp="1"/>
          </p:cNvSpPr>
          <p:nvPr userDrawn="1">
            <p:ph type="body" sz="quarter" idx="15" hasCustomPrompt="1"/>
          </p:nvPr>
        </p:nvSpPr>
        <p:spPr>
          <a:xfrm>
            <a:off x="3515729" y="2225675"/>
            <a:ext cx="2459736"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userDrawn="1">
            <p:ph sz="quarter" idx="14"/>
          </p:nvPr>
        </p:nvSpPr>
        <p:spPr>
          <a:xfrm>
            <a:off x="3515729" y="3332098"/>
            <a:ext cx="2459736"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eading Placeholder 3">
            <a:extLst>
              <a:ext uri="{FF2B5EF4-FFF2-40B4-BE49-F238E27FC236}">
                <a16:creationId xmlns:a16="http://schemas.microsoft.com/office/drawing/2014/main" id="{8D649D2F-7D7D-4802-A705-A08201E6D24D}"/>
              </a:ext>
            </a:extLst>
          </p:cNvPr>
          <p:cNvSpPr>
            <a:spLocks noGrp="1"/>
          </p:cNvSpPr>
          <p:nvPr userDrawn="1">
            <p:ph type="body" sz="quarter" idx="17" hasCustomPrompt="1"/>
          </p:nvPr>
        </p:nvSpPr>
        <p:spPr>
          <a:xfrm>
            <a:off x="6363679" y="2225675"/>
            <a:ext cx="2459736"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10" name="Content Placeholder 3">
            <a:extLst>
              <a:ext uri="{FF2B5EF4-FFF2-40B4-BE49-F238E27FC236}">
                <a16:creationId xmlns:a16="http://schemas.microsoft.com/office/drawing/2014/main" id="{96F8CE7E-C8FD-42CD-9FE2-33854B67611D}"/>
              </a:ext>
            </a:extLst>
          </p:cNvPr>
          <p:cNvSpPr>
            <a:spLocks noGrp="1"/>
          </p:cNvSpPr>
          <p:nvPr userDrawn="1">
            <p:ph sz="quarter" idx="16"/>
          </p:nvPr>
        </p:nvSpPr>
        <p:spPr>
          <a:xfrm>
            <a:off x="6363679" y="3332098"/>
            <a:ext cx="2459736"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Heading Placeholder 4">
            <a:extLst>
              <a:ext uri="{FF2B5EF4-FFF2-40B4-BE49-F238E27FC236}">
                <a16:creationId xmlns:a16="http://schemas.microsoft.com/office/drawing/2014/main" id="{8747FC40-DD0F-400B-B030-B52E1E681067}"/>
              </a:ext>
            </a:extLst>
          </p:cNvPr>
          <p:cNvSpPr>
            <a:spLocks noGrp="1"/>
          </p:cNvSpPr>
          <p:nvPr userDrawn="1">
            <p:ph type="body" sz="quarter" idx="21" hasCustomPrompt="1"/>
          </p:nvPr>
        </p:nvSpPr>
        <p:spPr>
          <a:xfrm>
            <a:off x="9211630" y="2226691"/>
            <a:ext cx="2459736"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20" name="Content Placeholder 4">
            <a:extLst>
              <a:ext uri="{FF2B5EF4-FFF2-40B4-BE49-F238E27FC236}">
                <a16:creationId xmlns:a16="http://schemas.microsoft.com/office/drawing/2014/main" id="{E8AF4775-5960-4028-BD81-98CE17CB9110}"/>
              </a:ext>
            </a:extLst>
          </p:cNvPr>
          <p:cNvSpPr>
            <a:spLocks noGrp="1"/>
          </p:cNvSpPr>
          <p:nvPr userDrawn="1">
            <p:ph sz="quarter" idx="23"/>
          </p:nvPr>
        </p:nvSpPr>
        <p:spPr>
          <a:xfrm>
            <a:off x="9211630" y="3332098"/>
            <a:ext cx="2459736"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16">
            <a:extLst>
              <a:ext uri="{FF2B5EF4-FFF2-40B4-BE49-F238E27FC236}">
                <a16:creationId xmlns:a16="http://schemas.microsoft.com/office/drawing/2014/main" id="{48F2A704-B213-4A97-B805-2B1D7681D50E}"/>
              </a:ext>
              <a:ext uri="{C183D7F6-B498-43B3-948B-1728B52AA6E4}">
                <adec:decorative xmlns:adec="http://schemas.microsoft.com/office/drawing/2017/decorative" val="1"/>
              </a:ext>
            </a:extLst>
          </p:cNvPr>
          <p:cNvSpPr/>
          <p:nvPr userDrawn="1"/>
        </p:nvSpPr>
        <p:spPr>
          <a:xfrm>
            <a:off x="-1828800" y="2225675"/>
            <a:ext cx="1676400" cy="3030538"/>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bIns="0" rtlCol="0" anchor="t" anchorCtr="0"/>
          <a:lstStyle/>
          <a:p>
            <a:pPr algn="l">
              <a:spcAft>
                <a:spcPts val="300"/>
              </a:spcAft>
            </a:pPr>
            <a:r>
              <a:rPr lang="en-US" sz="1200">
                <a:solidFill>
                  <a:schemeClr val="bg1"/>
                </a:solidFill>
              </a:rPr>
              <a:t>Make sure the</a:t>
            </a:r>
            <a:br>
              <a:rPr lang="en-US" sz="1200">
                <a:solidFill>
                  <a:schemeClr val="bg1"/>
                </a:solidFill>
              </a:rPr>
            </a:br>
            <a:r>
              <a:rPr lang="en-US" sz="1200">
                <a:solidFill>
                  <a:schemeClr val="bg1"/>
                </a:solidFill>
              </a:rPr>
              <a:t>column lines are:</a:t>
            </a:r>
          </a:p>
          <a:p>
            <a:pPr marL="171450" lvl="1" indent="-171450" algn="l">
              <a:spcAft>
                <a:spcPts val="300"/>
              </a:spcAft>
              <a:buFont typeface="+mj-lt"/>
              <a:buAutoNum type="arabicPeriod"/>
            </a:pPr>
            <a:r>
              <a:rPr lang="en-US" sz="1200">
                <a:solidFill>
                  <a:schemeClr val="bg1"/>
                </a:solidFill>
              </a:rPr>
              <a:t>All the same height</a:t>
            </a:r>
          </a:p>
          <a:p>
            <a:pPr marL="171450" lvl="1" indent="-171450" algn="l">
              <a:spcAft>
                <a:spcPts val="300"/>
              </a:spcAft>
              <a:buFont typeface="+mj-lt"/>
              <a:buAutoNum type="arabicPeriod"/>
            </a:pPr>
            <a:r>
              <a:rPr lang="en-US" sz="1200">
                <a:solidFill>
                  <a:schemeClr val="bg1"/>
                </a:solidFill>
              </a:rPr>
              <a:t>As tall as the tallest column of text</a:t>
            </a:r>
          </a:p>
          <a:p>
            <a:pPr marL="171450" lvl="1" indent="-171450" algn="l">
              <a:spcAft>
                <a:spcPts val="300"/>
              </a:spcAft>
              <a:buFont typeface="+mj-lt"/>
              <a:buAutoNum type="arabicPeriod"/>
            </a:pPr>
            <a:r>
              <a:rPr lang="en-US" sz="1200">
                <a:solidFill>
                  <a:schemeClr val="bg1"/>
                </a:solidFill>
              </a:rPr>
              <a:t>Remain equidistant by not ungrouping</a:t>
            </a:r>
          </a:p>
          <a:p>
            <a:pPr algn="l">
              <a:spcAft>
                <a:spcPts val="300"/>
              </a:spcAft>
            </a:pPr>
            <a:r>
              <a:rPr lang="en-US" sz="1200">
                <a:solidFill>
                  <a:schemeClr val="bg1"/>
                </a:solidFill>
              </a:rPr>
              <a:t>If the column lines get deleted by accident, COPY and paste a set  from the slide layout’s master:</a:t>
            </a:r>
            <a:br>
              <a:rPr lang="en-US" sz="1200">
                <a:solidFill>
                  <a:schemeClr val="bg1"/>
                </a:solidFill>
              </a:rPr>
            </a:br>
            <a:r>
              <a:rPr lang="en-US" sz="1200" i="1">
                <a:solidFill>
                  <a:schemeClr val="bg1"/>
                </a:solidFill>
              </a:rPr>
              <a:t>View &gt; Slide Master</a:t>
            </a:r>
          </a:p>
          <a:p>
            <a:pPr algn="l">
              <a:spcAft>
                <a:spcPts val="300"/>
              </a:spcAft>
            </a:pPr>
            <a:endParaRPr lang="en-US" sz="1800">
              <a:solidFill>
                <a:schemeClr val="bg1"/>
              </a:solidFill>
            </a:endParaRPr>
          </a:p>
        </p:txBody>
      </p:sp>
    </p:spTree>
    <p:extLst>
      <p:ext uri="{BB962C8B-B14F-4D97-AF65-F5344CB8AC3E}">
        <p14:creationId xmlns:p14="http://schemas.microsoft.com/office/powerpoint/2010/main" val="10785144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xec Summ 3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grpSp>
        <p:nvGrpSpPr>
          <p:cNvPr id="7" name="Column Rules">
            <a:extLst>
              <a:ext uri="{FF2B5EF4-FFF2-40B4-BE49-F238E27FC236}">
                <a16:creationId xmlns:a16="http://schemas.microsoft.com/office/drawing/2014/main" id="{87D564AF-DF84-4180-84CA-A17335C05E5A}"/>
              </a:ext>
              <a:ext uri="{C183D7F6-B498-43B3-948B-1728B52AA6E4}">
                <adec:decorative xmlns:adec="http://schemas.microsoft.com/office/drawing/2017/decorative" val="1"/>
              </a:ext>
            </a:extLst>
          </p:cNvPr>
          <p:cNvGrpSpPr/>
          <p:nvPr userDrawn="1"/>
        </p:nvGrpSpPr>
        <p:grpSpPr>
          <a:xfrm>
            <a:off x="505977" y="2225674"/>
            <a:ext cx="7829979" cy="1261872"/>
            <a:chOff x="505977" y="2225674"/>
            <a:chExt cx="7829979" cy="1431925"/>
          </a:xfrm>
        </p:grpSpPr>
        <p:cxnSp>
          <p:nvCxnSpPr>
            <p:cNvPr id="23" name="Column Rule 3">
              <a:extLst>
                <a:ext uri="{FF2B5EF4-FFF2-40B4-BE49-F238E27FC236}">
                  <a16:creationId xmlns:a16="http://schemas.microsoft.com/office/drawing/2014/main" id="{C4B15205-E96B-489D-84B5-39F086178357}"/>
                </a:ext>
              </a:extLst>
            </p:cNvPr>
            <p:cNvCxnSpPr>
              <a:cxnSpLocks/>
            </p:cNvCxnSpPr>
            <p:nvPr userDrawn="1"/>
          </p:nvCxnSpPr>
          <p:spPr>
            <a:xfrm>
              <a:off x="8335956"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6" name="Column Rule 2">
              <a:extLst>
                <a:ext uri="{FF2B5EF4-FFF2-40B4-BE49-F238E27FC236}">
                  <a16:creationId xmlns:a16="http://schemas.microsoft.com/office/drawing/2014/main" id="{74B34D04-2DB5-4ECD-B5DF-25A38C332E27}"/>
                </a:ext>
              </a:extLst>
            </p:cNvPr>
            <p:cNvCxnSpPr/>
            <p:nvPr userDrawn="1"/>
          </p:nvCxnSpPr>
          <p:spPr>
            <a:xfrm>
              <a:off x="4420966"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1" name="Column Rule 1">
              <a:extLst>
                <a:ext uri="{FF2B5EF4-FFF2-40B4-BE49-F238E27FC236}">
                  <a16:creationId xmlns:a16="http://schemas.microsoft.com/office/drawing/2014/main" id="{FE3C7069-4632-4876-8DC1-2CA1440016D8}"/>
                </a:ext>
              </a:extLst>
            </p:cNvPr>
            <p:cNvCxnSpPr/>
            <p:nvPr userDrawn="1"/>
          </p:nvCxnSpPr>
          <p:spPr>
            <a:xfrm>
              <a:off x="50597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grp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8" name="Heading Placeholder 1">
            <a:extLst>
              <a:ext uri="{FF2B5EF4-FFF2-40B4-BE49-F238E27FC236}">
                <a16:creationId xmlns:a16="http://schemas.microsoft.com/office/drawing/2014/main" id="{478E80C0-0E36-48D9-AC93-9C6F4EC94042}"/>
              </a:ext>
            </a:extLst>
          </p:cNvPr>
          <p:cNvSpPr>
            <a:spLocks noGrp="1"/>
          </p:cNvSpPr>
          <p:nvPr userDrawn="1">
            <p:ph type="body" sz="quarter" idx="13" hasCustomPrompt="1"/>
          </p:nvPr>
        </p:nvSpPr>
        <p:spPr>
          <a:xfrm>
            <a:off x="667779" y="2225673"/>
            <a:ext cx="3172968"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userDrawn="1">
            <p:ph sz="quarter" idx="12"/>
          </p:nvPr>
        </p:nvSpPr>
        <p:spPr>
          <a:xfrm>
            <a:off x="667779" y="3332097"/>
            <a:ext cx="3172968"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Heading Placeholder 2">
            <a:extLst>
              <a:ext uri="{FF2B5EF4-FFF2-40B4-BE49-F238E27FC236}">
                <a16:creationId xmlns:a16="http://schemas.microsoft.com/office/drawing/2014/main" id="{6FE6ECDB-AF0B-4645-9EF8-7E58A711A6A0}"/>
              </a:ext>
            </a:extLst>
          </p:cNvPr>
          <p:cNvSpPr>
            <a:spLocks noGrp="1"/>
          </p:cNvSpPr>
          <p:nvPr userDrawn="1">
            <p:ph type="body" sz="quarter" idx="15" hasCustomPrompt="1"/>
          </p:nvPr>
        </p:nvSpPr>
        <p:spPr>
          <a:xfrm>
            <a:off x="4584421" y="2225675"/>
            <a:ext cx="3172968"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userDrawn="1">
            <p:ph sz="quarter" idx="14"/>
          </p:nvPr>
        </p:nvSpPr>
        <p:spPr>
          <a:xfrm>
            <a:off x="4584421" y="3332098"/>
            <a:ext cx="3172968"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eading Placeholder 3">
            <a:extLst>
              <a:ext uri="{FF2B5EF4-FFF2-40B4-BE49-F238E27FC236}">
                <a16:creationId xmlns:a16="http://schemas.microsoft.com/office/drawing/2014/main" id="{8D649D2F-7D7D-4802-A705-A08201E6D24D}"/>
              </a:ext>
            </a:extLst>
          </p:cNvPr>
          <p:cNvSpPr>
            <a:spLocks noGrp="1"/>
          </p:cNvSpPr>
          <p:nvPr userDrawn="1">
            <p:ph type="body" sz="quarter" idx="17" hasCustomPrompt="1"/>
          </p:nvPr>
        </p:nvSpPr>
        <p:spPr>
          <a:xfrm>
            <a:off x="8501064" y="2225675"/>
            <a:ext cx="3175000" cy="914400"/>
          </a:xfrm>
        </p:spPr>
        <p:txBody>
          <a:bodyPr/>
          <a:lstStyle>
            <a:lvl1pPr>
              <a:lnSpc>
                <a:spcPct val="82000"/>
              </a:lnSpc>
              <a:spcBef>
                <a:spcPts val="0"/>
              </a:spcBef>
              <a:spcAft>
                <a:spcPts val="0"/>
              </a:spcAft>
              <a:defRPr lang="en-US" sz="3600" b="0" dirty="0" smtClean="0">
                <a:solidFill>
                  <a:srgbClr val="003F2D"/>
                </a:solidFill>
                <a:latin typeface="+mj-lt"/>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Column Header</a:t>
            </a:r>
          </a:p>
        </p:txBody>
      </p:sp>
      <p:sp>
        <p:nvSpPr>
          <p:cNvPr id="10" name="Content Placeholder 3">
            <a:extLst>
              <a:ext uri="{FF2B5EF4-FFF2-40B4-BE49-F238E27FC236}">
                <a16:creationId xmlns:a16="http://schemas.microsoft.com/office/drawing/2014/main" id="{96F8CE7E-C8FD-42CD-9FE2-33854B67611D}"/>
              </a:ext>
            </a:extLst>
          </p:cNvPr>
          <p:cNvSpPr>
            <a:spLocks noGrp="1"/>
          </p:cNvSpPr>
          <p:nvPr userDrawn="1">
            <p:ph sz="quarter" idx="16"/>
          </p:nvPr>
        </p:nvSpPr>
        <p:spPr>
          <a:xfrm>
            <a:off x="8501064" y="3332098"/>
            <a:ext cx="3175000" cy="2551176"/>
          </a:xfrm>
        </p:spPr>
        <p:txBody>
          <a:bodyPr/>
          <a:lstStyle>
            <a:lvl1pPr>
              <a:spcAft>
                <a:spcPts val="0"/>
              </a:spcAft>
              <a:defRPr>
                <a:latin typeface="Calibre Light" panose="020B0303030202060203" pitchFamily="34" charset="0"/>
              </a:defRPr>
            </a:lvl1pPr>
            <a:lvl2pPr>
              <a:defRPr sz="16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CD6F558-36EA-4E1B-B941-943C0CC96B5C}"/>
              </a:ext>
              <a:ext uri="{C183D7F6-B498-43B3-948B-1728B52AA6E4}">
                <adec:decorative xmlns:adec="http://schemas.microsoft.com/office/drawing/2017/decorative" val="1"/>
              </a:ext>
            </a:extLst>
          </p:cNvPr>
          <p:cNvSpPr/>
          <p:nvPr userDrawn="1"/>
        </p:nvSpPr>
        <p:spPr>
          <a:xfrm>
            <a:off x="-1828800" y="2225675"/>
            <a:ext cx="1676400" cy="3030538"/>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bIns="0" rtlCol="0" anchor="t" anchorCtr="0"/>
          <a:lstStyle/>
          <a:p>
            <a:pPr algn="l">
              <a:spcAft>
                <a:spcPts val="300"/>
              </a:spcAft>
            </a:pPr>
            <a:r>
              <a:rPr lang="en-US" sz="1200">
                <a:solidFill>
                  <a:schemeClr val="bg1"/>
                </a:solidFill>
              </a:rPr>
              <a:t>Make sure the</a:t>
            </a:r>
            <a:br>
              <a:rPr lang="en-US" sz="1200">
                <a:solidFill>
                  <a:schemeClr val="bg1"/>
                </a:solidFill>
              </a:rPr>
            </a:br>
            <a:r>
              <a:rPr lang="en-US" sz="1200">
                <a:solidFill>
                  <a:schemeClr val="bg1"/>
                </a:solidFill>
              </a:rPr>
              <a:t>column lines are:</a:t>
            </a:r>
          </a:p>
          <a:p>
            <a:pPr marL="171450" lvl="1" indent="-171450" algn="l">
              <a:spcAft>
                <a:spcPts val="300"/>
              </a:spcAft>
              <a:buFont typeface="+mj-lt"/>
              <a:buAutoNum type="arabicPeriod"/>
            </a:pPr>
            <a:r>
              <a:rPr lang="en-US" sz="1200">
                <a:solidFill>
                  <a:schemeClr val="bg1"/>
                </a:solidFill>
              </a:rPr>
              <a:t>All the same height</a:t>
            </a:r>
          </a:p>
          <a:p>
            <a:pPr marL="171450" lvl="1" indent="-171450" algn="l">
              <a:spcAft>
                <a:spcPts val="300"/>
              </a:spcAft>
              <a:buFont typeface="+mj-lt"/>
              <a:buAutoNum type="arabicPeriod"/>
            </a:pPr>
            <a:r>
              <a:rPr lang="en-US" sz="1200">
                <a:solidFill>
                  <a:schemeClr val="bg1"/>
                </a:solidFill>
              </a:rPr>
              <a:t>As tall as the tallest column of text</a:t>
            </a:r>
          </a:p>
          <a:p>
            <a:pPr marL="171450" lvl="1" indent="-171450" algn="l">
              <a:spcAft>
                <a:spcPts val="300"/>
              </a:spcAft>
              <a:buFont typeface="+mj-lt"/>
              <a:buAutoNum type="arabicPeriod"/>
            </a:pPr>
            <a:r>
              <a:rPr lang="en-US" sz="1200">
                <a:solidFill>
                  <a:schemeClr val="bg1"/>
                </a:solidFill>
              </a:rPr>
              <a:t>Remain equidistant by not ungrouping</a:t>
            </a:r>
          </a:p>
          <a:p>
            <a:pPr algn="l">
              <a:spcAft>
                <a:spcPts val="300"/>
              </a:spcAft>
            </a:pPr>
            <a:r>
              <a:rPr lang="en-US" sz="1200">
                <a:solidFill>
                  <a:schemeClr val="bg1"/>
                </a:solidFill>
              </a:rPr>
              <a:t>If the column lines get deleted by accident, COPY and paste a set  from the slide layout’s master:</a:t>
            </a:r>
            <a:br>
              <a:rPr lang="en-US" sz="1200">
                <a:solidFill>
                  <a:schemeClr val="bg1"/>
                </a:solidFill>
              </a:rPr>
            </a:br>
            <a:r>
              <a:rPr lang="en-US" sz="1200" i="1">
                <a:solidFill>
                  <a:schemeClr val="bg1"/>
                </a:solidFill>
              </a:rPr>
              <a:t>View &gt; Slide Master</a:t>
            </a:r>
          </a:p>
          <a:p>
            <a:pPr algn="l">
              <a:spcAft>
                <a:spcPts val="300"/>
              </a:spcAft>
            </a:pPr>
            <a:endParaRPr lang="en-US" sz="1800">
              <a:solidFill>
                <a:schemeClr val="bg1"/>
              </a:solidFill>
            </a:endParaRPr>
          </a:p>
        </p:txBody>
      </p:sp>
    </p:spTree>
    <p:extLst>
      <p:ext uri="{BB962C8B-B14F-4D97-AF65-F5344CB8AC3E}">
        <p14:creationId xmlns:p14="http://schemas.microsoft.com/office/powerpoint/2010/main" val="26350039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ext Section Opener 1 Dark">
    <p:bg>
      <p:bgPr>
        <a:solidFill>
          <a:srgbClr val="012A2C"/>
        </a:solidFill>
        <a:effectLst/>
      </p:bgPr>
    </p:bg>
    <p:spTree>
      <p:nvGrpSpPr>
        <p:cNvPr id="1" name=""/>
        <p:cNvGrpSpPr/>
        <p:nvPr/>
      </p:nvGrpSpPr>
      <p:grpSpPr>
        <a:xfrm>
          <a:off x="0" y="0"/>
          <a:ext cx="0" cy="0"/>
          <a:chOff x="0" y="0"/>
          <a:chExt cx="0" cy="0"/>
        </a:xfrm>
      </p:grpSpPr>
      <p:cxnSp>
        <p:nvCxnSpPr>
          <p:cNvPr id="6" name="Line of SIght">
            <a:extLst>
              <a:ext uri="{FF2B5EF4-FFF2-40B4-BE49-F238E27FC236}">
                <a16:creationId xmlns:a16="http://schemas.microsoft.com/office/drawing/2014/main" id="{7E93DAEA-1371-40B1-AA61-B7A48DAD0DDD}"/>
              </a:ext>
              <a:ext uri="{C183D7F6-B498-43B3-948B-1728B52AA6E4}">
                <adec:decorative xmlns:adec="http://schemas.microsoft.com/office/drawing/2017/decorative" val="1"/>
              </a:ext>
            </a:extLst>
          </p:cNvPr>
          <p:cNvCxnSpPr>
            <a:cxnSpLocks/>
          </p:cNvCxnSpPr>
          <p:nvPr/>
        </p:nvCxnSpPr>
        <p:spPr>
          <a:xfrm flipH="1">
            <a:off x="-4874462" y="3227163"/>
            <a:ext cx="11014187"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LOS Animation Cover">
            <a:extLst>
              <a:ext uri="{FF2B5EF4-FFF2-40B4-BE49-F238E27FC236}">
                <a16:creationId xmlns:a16="http://schemas.microsoft.com/office/drawing/2014/main" id="{4EF57CAE-C614-4FB7-8803-8772B9B9089B}"/>
              </a:ext>
              <a:ext uri="{C183D7F6-B498-43B3-948B-1728B52AA6E4}">
                <adec:decorative xmlns:adec="http://schemas.microsoft.com/office/drawing/2017/decorative" val="1"/>
              </a:ext>
            </a:extLst>
          </p:cNvPr>
          <p:cNvSpPr/>
          <p:nvPr userDrawn="1"/>
        </p:nvSpPr>
        <p:spPr>
          <a:xfrm>
            <a:off x="0" y="0"/>
            <a:ext cx="6203950"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ction Number">
            <a:extLst>
              <a:ext uri="{FF2B5EF4-FFF2-40B4-BE49-F238E27FC236}">
                <a16:creationId xmlns:a16="http://schemas.microsoft.com/office/drawing/2014/main" id="{A7675C32-E7FA-4FC2-8068-9BCFE3F29195}"/>
              </a:ext>
            </a:extLst>
          </p:cNvPr>
          <p:cNvSpPr>
            <a:spLocks noGrp="1"/>
          </p:cNvSpPr>
          <p:nvPr>
            <p:ph type="body" sz="quarter" idx="10" hasCustomPrompt="1"/>
          </p:nvPr>
        </p:nvSpPr>
        <p:spPr>
          <a:xfrm>
            <a:off x="-292141" y="-1006460"/>
            <a:ext cx="7026275" cy="6857985"/>
          </a:xfrm>
        </p:spPr>
        <p:txBody>
          <a:bodyPr anchor="ctr"/>
          <a:lstStyle>
            <a:lvl1pPr>
              <a:defRPr sz="88000">
                <a:solidFill>
                  <a:schemeClr val="bg1">
                    <a:alpha val="80000"/>
                  </a:schemeClr>
                </a:solidFill>
              </a:defRPr>
            </a:lvl1pPr>
          </a:lstStyle>
          <a:p>
            <a:pPr lvl="0"/>
            <a:r>
              <a:rPr lang="en-US"/>
              <a:t>1</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2" y="2852738"/>
            <a:ext cx="2466739" cy="726893"/>
          </a:xfrm>
        </p:spPr>
        <p:txBody>
          <a:bodyPr anchor="t"/>
          <a:lstStyle>
            <a:lvl1pPr>
              <a:defRPr sz="3600" b="0">
                <a:solidFill>
                  <a:schemeClr val="bg1">
                    <a:alpha val="80000"/>
                  </a:schemeClr>
                </a:solidFill>
              </a:defRPr>
            </a:lvl1pPr>
          </a:lstStyle>
          <a:p>
            <a:r>
              <a:rPr lang="en-US"/>
              <a:t>Click to edit Master title style</a:t>
            </a:r>
          </a:p>
        </p:txBody>
      </p:sp>
      <p:sp>
        <p:nvSpPr>
          <p:cNvPr id="8" name="Notes">
            <a:extLst>
              <a:ext uri="{FF2B5EF4-FFF2-40B4-BE49-F238E27FC236}">
                <a16:creationId xmlns:a16="http://schemas.microsoft.com/office/drawing/2014/main" id="{CDAFC796-E0A1-4C43-A4FA-B277A94DD1AA}"/>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283664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1.85185E-6 L 0.21003 -1.85185E-6 " pathEditMode="relative" rAng="0" ptsTypes="AA">
                                      <p:cBhvr>
                                        <p:cTn id="6" dur="2000" fill="hold"/>
                                        <p:tgtEl>
                                          <p:spTgt spid="6"/>
                                        </p:tgtEl>
                                        <p:attrNameLst>
                                          <p:attrName>ppt_x</p:attrName>
                                          <p:attrName>ppt_y</p:attrName>
                                        </p:attrNameLst>
                                      </p:cBhvr>
                                      <p:rCtr x="1049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ext Section Opener 2 Dark">
    <p:bg>
      <p:bgPr>
        <a:solidFill>
          <a:srgbClr val="012A2C"/>
        </a:solidFill>
        <a:effectLst/>
      </p:bgPr>
    </p:bg>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p:nvPr/>
        </p:nvCxnSpPr>
        <p:spPr>
          <a:xfrm flipH="1">
            <a:off x="5604413" y="3192463"/>
            <a:ext cx="143510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userDrawn="1"/>
        </p:nvSpPr>
        <p:spPr>
          <a:xfrm>
            <a:off x="0" y="0"/>
            <a:ext cx="7170738"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3515775" y="1262068"/>
            <a:ext cx="2121438" cy="3465507"/>
          </a:xfrm>
        </p:spPr>
        <p:txBody>
          <a:bodyPr anchor="b"/>
          <a:lstStyle>
            <a:lvl1pPr>
              <a:defRPr sz="28000">
                <a:solidFill>
                  <a:schemeClr val="bg1">
                    <a:alpha val="80000"/>
                  </a:schemeClr>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3" y="2852738"/>
            <a:ext cx="2442886" cy="1773237"/>
          </a:xfrm>
        </p:spPr>
        <p:txBody>
          <a:bodyPr anchor="t"/>
          <a:lstStyle>
            <a:lvl1pPr>
              <a:defRPr sz="3600" b="0">
                <a:solidFill>
                  <a:schemeClr val="bg1">
                    <a:alpha val="80000"/>
                  </a:schemeClr>
                </a:solidFill>
              </a:defRPr>
            </a:lvl1pPr>
          </a:lstStyle>
          <a:p>
            <a:r>
              <a:rPr lang="en-US"/>
              <a:t>Click to edit Master title style</a:t>
            </a:r>
          </a:p>
        </p:txBody>
      </p:sp>
      <p:sp>
        <p:nvSpPr>
          <p:cNvPr id="5" name="Date Placeholder">
            <a:extLst>
              <a:ext uri="{FF2B5EF4-FFF2-40B4-BE49-F238E27FC236}">
                <a16:creationId xmlns:a16="http://schemas.microsoft.com/office/drawing/2014/main" id="{59E5ACF3-95EE-4BB1-BD8C-4DCB6A668DBD}"/>
              </a:ext>
              <a:ext uri="{C183D7F6-B498-43B3-948B-1728B52AA6E4}">
                <adec:decorative xmlns:adec="http://schemas.microsoft.com/office/drawing/2017/decorative" val="1"/>
              </a:ext>
            </a:extLst>
          </p:cNvPr>
          <p:cNvSpPr>
            <a:spLocks noGrp="1"/>
          </p:cNvSpPr>
          <p:nvPr>
            <p:ph type="body" sz="quarter" idx="11" hasCustomPrompt="1"/>
          </p:nvPr>
        </p:nvSpPr>
        <p:spPr>
          <a:xfrm rot="16200000">
            <a:off x="-296069" y="3018631"/>
            <a:ext cx="1773237" cy="190500"/>
          </a:xfrm>
        </p:spPr>
        <p:txBody>
          <a:bodyPr/>
          <a:lstStyle>
            <a:lvl1pPr algn="ctr">
              <a:defRPr sz="1050" b="1">
                <a:solidFill>
                  <a:srgbClr val="17E891"/>
                </a:solidFill>
                <a:latin typeface="Space Mono" panose="02000509040000020004" pitchFamily="49" charset="0"/>
              </a:defRPr>
            </a:lvl1pPr>
          </a:lstStyle>
          <a:p>
            <a:pPr lvl="0"/>
            <a:r>
              <a:rPr lang="en-US"/>
              <a:t>Date</a:t>
            </a:r>
          </a:p>
        </p:txBody>
      </p:sp>
      <p:sp>
        <p:nvSpPr>
          <p:cNvPr id="9" name="Notes">
            <a:extLst>
              <a:ext uri="{FF2B5EF4-FFF2-40B4-BE49-F238E27FC236}">
                <a16:creationId xmlns:a16="http://schemas.microsoft.com/office/drawing/2014/main" id="{425E2D24-7729-4B86-921F-85DD8180A0B2}"/>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66627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4.16667E-7 7.40741E-7 L 0.12825 7.40741E-7 " pathEditMode="relative" rAng="0" ptsTypes="AA">
                                      <p:cBhvr>
                                        <p:cTn id="6" dur="2000" fill="hold"/>
                                        <p:tgtEl>
                                          <p:spTgt spid="12"/>
                                        </p:tgtEl>
                                        <p:attrNameLst>
                                          <p:attrName>ppt_x</p:attrName>
                                          <p:attrName>ppt_y</p:attrName>
                                        </p:attrNameLst>
                                      </p:cBhvr>
                                      <p:rCtr x="640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ext Section Opener 3 Dark">
    <p:bg>
      <p:bgPr>
        <a:solidFill>
          <a:srgbClr val="012A2C"/>
        </a:solidFill>
        <a:effectLst/>
      </p:bgPr>
    </p:bg>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a:cxnSpLocks/>
          </p:cNvCxnSpPr>
          <p:nvPr/>
        </p:nvCxnSpPr>
        <p:spPr>
          <a:xfrm flipH="1">
            <a:off x="0" y="857250"/>
            <a:ext cx="10142539"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p:nvSpPr>
        <p:spPr>
          <a:xfrm>
            <a:off x="0" y="0"/>
            <a:ext cx="3584575"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10244138" y="352424"/>
            <a:ext cx="1436687" cy="1147763"/>
          </a:xfrm>
        </p:spPr>
        <p:txBody>
          <a:bodyPr anchor="b"/>
          <a:lstStyle>
            <a:lvl1pPr algn="r">
              <a:defRPr sz="9600">
                <a:solidFill>
                  <a:schemeClr val="bg1">
                    <a:alpha val="80000"/>
                  </a:schemeClr>
                </a:solidFill>
              </a:defRPr>
            </a:lvl1pPr>
          </a:lstStyle>
          <a:p>
            <a:pPr lvl="0"/>
            <a:r>
              <a:rPr lang="en-US"/>
              <a:t>3</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476250"/>
            <a:ext cx="2971800" cy="1844675"/>
          </a:xfrm>
        </p:spPr>
        <p:txBody>
          <a:bodyPr anchor="t"/>
          <a:lstStyle>
            <a:lvl1pPr>
              <a:defRPr sz="3600" b="0">
                <a:solidFill>
                  <a:schemeClr val="bg1">
                    <a:alpha val="80000"/>
                  </a:schemeClr>
                </a:solidFill>
              </a:defRPr>
            </a:lvl1pPr>
          </a:lstStyle>
          <a:p>
            <a:r>
              <a:rPr lang="en-US"/>
              <a:t>Click to edit Master title style</a:t>
            </a:r>
          </a:p>
        </p:txBody>
      </p:sp>
      <p:sp>
        <p:nvSpPr>
          <p:cNvPr id="8" name="Notes">
            <a:extLst>
              <a:ext uri="{FF2B5EF4-FFF2-40B4-BE49-F238E27FC236}">
                <a16:creationId xmlns:a16="http://schemas.microsoft.com/office/drawing/2014/main" id="{D8A0C457-A797-42FF-89B9-433D5D19F447}"/>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381449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ext Section Opener 1 Light">
    <p:spTree>
      <p:nvGrpSpPr>
        <p:cNvPr id="1" name=""/>
        <p:cNvGrpSpPr/>
        <p:nvPr/>
      </p:nvGrpSpPr>
      <p:grpSpPr>
        <a:xfrm>
          <a:off x="0" y="0"/>
          <a:ext cx="0" cy="0"/>
          <a:chOff x="0" y="0"/>
          <a:chExt cx="0" cy="0"/>
        </a:xfrm>
      </p:grpSpPr>
      <p:cxnSp>
        <p:nvCxnSpPr>
          <p:cNvPr id="6" name="Line of SIght">
            <a:extLst>
              <a:ext uri="{FF2B5EF4-FFF2-40B4-BE49-F238E27FC236}">
                <a16:creationId xmlns:a16="http://schemas.microsoft.com/office/drawing/2014/main" id="{7E93DAEA-1371-40B1-AA61-B7A48DAD0DDD}"/>
              </a:ext>
              <a:ext uri="{C183D7F6-B498-43B3-948B-1728B52AA6E4}">
                <adec:decorative xmlns:adec="http://schemas.microsoft.com/office/drawing/2017/decorative" val="1"/>
              </a:ext>
            </a:extLst>
          </p:cNvPr>
          <p:cNvCxnSpPr>
            <a:cxnSpLocks/>
          </p:cNvCxnSpPr>
          <p:nvPr/>
        </p:nvCxnSpPr>
        <p:spPr>
          <a:xfrm flipH="1">
            <a:off x="-4874462" y="3227163"/>
            <a:ext cx="11014187"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LOS Animation Cover">
            <a:extLst>
              <a:ext uri="{FF2B5EF4-FFF2-40B4-BE49-F238E27FC236}">
                <a16:creationId xmlns:a16="http://schemas.microsoft.com/office/drawing/2014/main" id="{4EF57CAE-C614-4FB7-8803-8772B9B9089B}"/>
              </a:ext>
              <a:ext uri="{C183D7F6-B498-43B3-948B-1728B52AA6E4}">
                <adec:decorative xmlns:adec="http://schemas.microsoft.com/office/drawing/2017/decorative" val="1"/>
              </a:ext>
            </a:extLst>
          </p:cNvPr>
          <p:cNvSpPr/>
          <p:nvPr userDrawn="1"/>
        </p:nvSpPr>
        <p:spPr>
          <a:xfrm>
            <a:off x="0" y="0"/>
            <a:ext cx="62039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ction Number">
            <a:extLst>
              <a:ext uri="{FF2B5EF4-FFF2-40B4-BE49-F238E27FC236}">
                <a16:creationId xmlns:a16="http://schemas.microsoft.com/office/drawing/2014/main" id="{A7675C32-E7FA-4FC2-8068-9BCFE3F29195}"/>
              </a:ext>
            </a:extLst>
          </p:cNvPr>
          <p:cNvSpPr>
            <a:spLocks noGrp="1"/>
          </p:cNvSpPr>
          <p:nvPr>
            <p:ph type="body" sz="quarter" idx="10" hasCustomPrompt="1"/>
          </p:nvPr>
        </p:nvSpPr>
        <p:spPr>
          <a:xfrm>
            <a:off x="-292141" y="-1006460"/>
            <a:ext cx="7026275" cy="6857985"/>
          </a:xfrm>
        </p:spPr>
        <p:txBody>
          <a:bodyPr anchor="ctr"/>
          <a:lstStyle>
            <a:lvl1pPr>
              <a:defRPr sz="88000">
                <a:solidFill>
                  <a:srgbClr val="003F2D"/>
                </a:solidFill>
              </a:defRPr>
            </a:lvl1pPr>
          </a:lstStyle>
          <a:p>
            <a:pPr lvl="0"/>
            <a:r>
              <a:rPr lang="en-US"/>
              <a:t>1</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2" y="2852738"/>
            <a:ext cx="2466739" cy="726893"/>
          </a:xfrm>
        </p:spPr>
        <p:txBody>
          <a:bodyPr anchor="t"/>
          <a:lstStyle>
            <a:lvl1pPr>
              <a:defRPr sz="3600" b="0">
                <a:solidFill>
                  <a:schemeClr val="tx1"/>
                </a:solidFill>
              </a:defRPr>
            </a:lvl1pPr>
          </a:lstStyle>
          <a:p>
            <a:r>
              <a:rPr lang="en-US"/>
              <a:t>Click to edit Master title style</a:t>
            </a:r>
          </a:p>
        </p:txBody>
      </p:sp>
      <p:sp>
        <p:nvSpPr>
          <p:cNvPr id="9" name="Notes">
            <a:extLst>
              <a:ext uri="{FF2B5EF4-FFF2-40B4-BE49-F238E27FC236}">
                <a16:creationId xmlns:a16="http://schemas.microsoft.com/office/drawing/2014/main" id="{FD9DF318-CB50-46D9-A536-DF2FEC60C542}"/>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60130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1.85185E-6 L 0.21003 -1.85185E-6 " pathEditMode="relative" rAng="0" ptsTypes="AA">
                                      <p:cBhvr>
                                        <p:cTn id="6" dur="2000" fill="hold"/>
                                        <p:tgtEl>
                                          <p:spTgt spid="6"/>
                                        </p:tgtEl>
                                        <p:attrNameLst>
                                          <p:attrName>ppt_x</p:attrName>
                                          <p:attrName>ppt_y</p:attrName>
                                        </p:attrNameLst>
                                      </p:cBhvr>
                                      <p:rCtr x="1049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ext Section Opener 2 Light">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p:nvPr/>
        </p:nvCxnSpPr>
        <p:spPr>
          <a:xfrm flipH="1">
            <a:off x="5604413" y="3192463"/>
            <a:ext cx="143510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userDrawn="1"/>
        </p:nvSpPr>
        <p:spPr>
          <a:xfrm>
            <a:off x="0" y="0"/>
            <a:ext cx="71707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3515775" y="1262068"/>
            <a:ext cx="2121438" cy="3465507"/>
          </a:xfrm>
        </p:spPr>
        <p:txBody>
          <a:bodyPr anchor="b"/>
          <a:lstStyle>
            <a:lvl1pPr>
              <a:defRPr sz="28000">
                <a:solidFill>
                  <a:srgbClr val="003F2D"/>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3" y="2852738"/>
            <a:ext cx="2442886" cy="1773237"/>
          </a:xfrm>
        </p:spPr>
        <p:txBody>
          <a:bodyPr anchor="t"/>
          <a:lstStyle>
            <a:lvl1pPr>
              <a:defRPr sz="3600" b="0">
                <a:solidFill>
                  <a:schemeClr val="tx1"/>
                </a:solidFill>
              </a:defRPr>
            </a:lvl1pPr>
          </a:lstStyle>
          <a:p>
            <a:r>
              <a:rPr lang="en-US"/>
              <a:t>Click to edit Master title style</a:t>
            </a:r>
          </a:p>
        </p:txBody>
      </p:sp>
      <p:sp>
        <p:nvSpPr>
          <p:cNvPr id="5" name="Date Placeholder">
            <a:extLst>
              <a:ext uri="{FF2B5EF4-FFF2-40B4-BE49-F238E27FC236}">
                <a16:creationId xmlns:a16="http://schemas.microsoft.com/office/drawing/2014/main" id="{59E5ACF3-95EE-4BB1-BD8C-4DCB6A668DBD}"/>
              </a:ext>
              <a:ext uri="{C183D7F6-B498-43B3-948B-1728B52AA6E4}">
                <adec:decorative xmlns:adec="http://schemas.microsoft.com/office/drawing/2017/decorative" val="1"/>
              </a:ext>
            </a:extLst>
          </p:cNvPr>
          <p:cNvSpPr>
            <a:spLocks noGrp="1"/>
          </p:cNvSpPr>
          <p:nvPr>
            <p:ph type="body" sz="quarter" idx="11" hasCustomPrompt="1"/>
          </p:nvPr>
        </p:nvSpPr>
        <p:spPr>
          <a:xfrm rot="16200000">
            <a:off x="-296069" y="3018631"/>
            <a:ext cx="1773237" cy="190500"/>
          </a:xfrm>
        </p:spPr>
        <p:txBody>
          <a:bodyPr/>
          <a:lstStyle>
            <a:lvl1pPr algn="ctr">
              <a:defRPr sz="1050" b="1">
                <a:solidFill>
                  <a:srgbClr val="17E891"/>
                </a:solidFill>
                <a:latin typeface="Space Mono" panose="02000509040000020004" pitchFamily="49" charset="0"/>
              </a:defRPr>
            </a:lvl1pPr>
          </a:lstStyle>
          <a:p>
            <a:pPr lvl="0"/>
            <a:r>
              <a:rPr lang="en-US"/>
              <a:t>Date</a:t>
            </a:r>
          </a:p>
        </p:txBody>
      </p:sp>
      <p:sp>
        <p:nvSpPr>
          <p:cNvPr id="9" name="Notes">
            <a:extLst>
              <a:ext uri="{FF2B5EF4-FFF2-40B4-BE49-F238E27FC236}">
                <a16:creationId xmlns:a16="http://schemas.microsoft.com/office/drawing/2014/main" id="{CA0C1C1C-8571-4080-BEBC-0FC7D9C51455}"/>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5080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4.16667E-7 7.40741E-7 L 0.12825 7.40741E-7 " pathEditMode="relative" rAng="0" ptsTypes="AA">
                                      <p:cBhvr>
                                        <p:cTn id="6" dur="2000" fill="hold"/>
                                        <p:tgtEl>
                                          <p:spTgt spid="12"/>
                                        </p:tgtEl>
                                        <p:attrNameLst>
                                          <p:attrName>ppt_x</p:attrName>
                                          <p:attrName>ppt_y</p:attrName>
                                        </p:attrNameLst>
                                      </p:cBhvr>
                                      <p:rCtr x="640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ext Section Opener 3 Light">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a:cxnSpLocks/>
          </p:cNvCxnSpPr>
          <p:nvPr/>
        </p:nvCxnSpPr>
        <p:spPr>
          <a:xfrm flipH="1">
            <a:off x="0" y="857250"/>
            <a:ext cx="10142539"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p:nvSpPr>
        <p:spPr>
          <a:xfrm>
            <a:off x="0" y="0"/>
            <a:ext cx="358457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10244138" y="352424"/>
            <a:ext cx="1436687" cy="1147763"/>
          </a:xfrm>
        </p:spPr>
        <p:txBody>
          <a:bodyPr anchor="b"/>
          <a:lstStyle>
            <a:lvl1pPr algn="r">
              <a:defRPr sz="9600">
                <a:solidFill>
                  <a:srgbClr val="003F2D"/>
                </a:solidFill>
              </a:defRPr>
            </a:lvl1pPr>
          </a:lstStyle>
          <a:p>
            <a:pPr lvl="0"/>
            <a:r>
              <a:rPr lang="en-US"/>
              <a:t>3</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476250"/>
            <a:ext cx="2971800" cy="1844675"/>
          </a:xfrm>
        </p:spPr>
        <p:txBody>
          <a:bodyPr anchor="t"/>
          <a:lstStyle>
            <a:lvl1pPr>
              <a:defRPr sz="3600" b="0">
                <a:solidFill>
                  <a:schemeClr val="tx1"/>
                </a:solidFill>
              </a:defRPr>
            </a:lvl1pPr>
          </a:lstStyle>
          <a:p>
            <a:r>
              <a:rPr lang="en-US"/>
              <a:t>Click to edit Master title style</a:t>
            </a:r>
          </a:p>
        </p:txBody>
      </p:sp>
      <p:sp>
        <p:nvSpPr>
          <p:cNvPr id="8" name="Notes">
            <a:extLst>
              <a:ext uri="{FF2B5EF4-FFF2-40B4-BE49-F238E27FC236}">
                <a16:creationId xmlns:a16="http://schemas.microsoft.com/office/drawing/2014/main" id="{744A4FCE-2A1E-4224-9CD7-DAB7FB680F2F}"/>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57958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Image Section Opener 1 Dark">
    <p:bg>
      <p:bgPr>
        <a:solidFill>
          <a:srgbClr val="012A2C"/>
        </a:solidFill>
        <a:effectLst/>
      </p:bgPr>
    </p:bg>
    <p:spTree>
      <p:nvGrpSpPr>
        <p:cNvPr id="1" name=""/>
        <p:cNvGrpSpPr/>
        <p:nvPr/>
      </p:nvGrpSpPr>
      <p:grpSpPr>
        <a:xfrm>
          <a:off x="0" y="0"/>
          <a:ext cx="0" cy="0"/>
          <a:chOff x="0" y="0"/>
          <a:chExt cx="0" cy="0"/>
        </a:xfrm>
      </p:grpSpPr>
      <p:sp>
        <p:nvSpPr>
          <p:cNvPr id="9" name="Section Number">
            <a:extLst>
              <a:ext uri="{FF2B5EF4-FFF2-40B4-BE49-F238E27FC236}">
                <a16:creationId xmlns:a16="http://schemas.microsoft.com/office/drawing/2014/main" id="{0B80AEDB-7934-4503-BD6D-314ACBAD791D}"/>
              </a:ext>
              <a:ext uri="{C183D7F6-B498-43B3-948B-1728B52AA6E4}">
                <adec:decorative xmlns:adec="http://schemas.microsoft.com/office/drawing/2017/decorative" val="1"/>
              </a:ext>
            </a:extLst>
          </p:cNvPr>
          <p:cNvSpPr>
            <a:spLocks noGrp="1"/>
          </p:cNvSpPr>
          <p:nvPr>
            <p:ph type="body" sz="quarter" idx="10" hasCustomPrompt="1"/>
          </p:nvPr>
        </p:nvSpPr>
        <p:spPr>
          <a:xfrm>
            <a:off x="439200" y="1560786"/>
            <a:ext cx="2121438" cy="1815827"/>
          </a:xfrm>
        </p:spPr>
        <p:txBody>
          <a:bodyPr anchor="t"/>
          <a:lstStyle>
            <a:lvl1pPr>
              <a:lnSpc>
                <a:spcPct val="70000"/>
              </a:lnSpc>
              <a:defRPr sz="18500">
                <a:solidFill>
                  <a:schemeClr val="bg1">
                    <a:alpha val="80000"/>
                  </a:schemeClr>
                </a:solidFill>
              </a:defRPr>
            </a:lvl1pPr>
          </a:lstStyle>
          <a:p>
            <a:pPr lvl="0"/>
            <a:r>
              <a:rPr lang="en-US"/>
              <a:t>1</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05061" y="3376613"/>
            <a:ext cx="2466739" cy="726893"/>
          </a:xfrm>
        </p:spPr>
        <p:txBody>
          <a:bodyPr anchor="t"/>
          <a:lstStyle>
            <a:lvl1pPr>
              <a:defRPr sz="4400" b="0">
                <a:solidFill>
                  <a:schemeClr val="bg1">
                    <a:alpha val="80000"/>
                  </a:schemeClr>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B819427E-9467-4012-BAE9-3224FF25637E}"/>
              </a:ext>
            </a:extLst>
          </p:cNvPr>
          <p:cNvSpPr>
            <a:spLocks noGrp="1"/>
          </p:cNvSpPr>
          <p:nvPr>
            <p:ph type="pic" sz="quarter" idx="11"/>
          </p:nvPr>
        </p:nvSpPr>
        <p:spPr>
          <a:xfrm>
            <a:off x="6657975" y="2852738"/>
            <a:ext cx="5021263" cy="3529012"/>
          </a:xfrm>
        </p:spPr>
        <p:txBody>
          <a:bodyPr/>
          <a:lstStyle>
            <a:lvl1pPr>
              <a:defRPr>
                <a:solidFill>
                  <a:schemeClr val="bg1"/>
                </a:solidFill>
              </a:defRPr>
            </a:lvl1pPr>
          </a:lstStyle>
          <a:p>
            <a:r>
              <a:rPr lang="en-US"/>
              <a:t>Click icon to add picture</a:t>
            </a:r>
          </a:p>
        </p:txBody>
      </p:sp>
      <p:sp>
        <p:nvSpPr>
          <p:cNvPr id="7" name="Notes">
            <a:extLst>
              <a:ext uri="{FF2B5EF4-FFF2-40B4-BE49-F238E27FC236}">
                <a16:creationId xmlns:a16="http://schemas.microsoft.com/office/drawing/2014/main" id="{64728CB8-C570-487B-9D2E-661018034184}"/>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575153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Image Section Opener 2 Dark">
    <p:bg>
      <p:bgPr>
        <a:solidFill>
          <a:srgbClr val="012A2C"/>
        </a:solidFill>
        <a:effectLst/>
      </p:bgPr>
    </p:bg>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a:cxnSpLocks/>
          </p:cNvCxnSpPr>
          <p:nvPr userDrawn="1"/>
        </p:nvCxnSpPr>
        <p:spPr>
          <a:xfrm flipH="1">
            <a:off x="0" y="857250"/>
            <a:ext cx="10142539"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p:nvSpPr>
        <p:spPr>
          <a:xfrm>
            <a:off x="0" y="0"/>
            <a:ext cx="3584575"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10244138" y="352424"/>
            <a:ext cx="1436687" cy="1147763"/>
          </a:xfrm>
        </p:spPr>
        <p:txBody>
          <a:bodyPr anchor="b"/>
          <a:lstStyle>
            <a:lvl1pPr algn="r">
              <a:defRPr sz="9600">
                <a:solidFill>
                  <a:schemeClr val="bg1">
                    <a:alpha val="80000"/>
                  </a:schemeClr>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476250"/>
            <a:ext cx="2971800" cy="1844675"/>
          </a:xfrm>
        </p:spPr>
        <p:txBody>
          <a:bodyPr anchor="t"/>
          <a:lstStyle>
            <a:lvl1pPr>
              <a:defRPr sz="3600" b="0">
                <a:solidFill>
                  <a:schemeClr val="bg1">
                    <a:alpha val="80000"/>
                  </a:schemeClr>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1DA8FB3F-A95B-47BA-A641-1852818CC43D}"/>
              </a:ext>
            </a:extLst>
          </p:cNvPr>
          <p:cNvSpPr>
            <a:spLocks noGrp="1"/>
          </p:cNvSpPr>
          <p:nvPr>
            <p:ph type="pic" sz="quarter" idx="11"/>
          </p:nvPr>
        </p:nvSpPr>
        <p:spPr>
          <a:xfrm>
            <a:off x="3584575" y="2227263"/>
            <a:ext cx="8094663" cy="4154487"/>
          </a:xfrm>
        </p:spPr>
        <p:txBody>
          <a:bodyPr/>
          <a:lstStyle>
            <a:lvl1pPr>
              <a:defRPr>
                <a:solidFill>
                  <a:schemeClr val="bg1"/>
                </a:solidFill>
              </a:defRPr>
            </a:lvl1pPr>
          </a:lstStyle>
          <a:p>
            <a:r>
              <a:rPr lang="en-US"/>
              <a:t>Click icon to add picture</a:t>
            </a:r>
          </a:p>
        </p:txBody>
      </p:sp>
      <p:sp>
        <p:nvSpPr>
          <p:cNvPr id="9" name="Notes">
            <a:extLst>
              <a:ext uri="{FF2B5EF4-FFF2-40B4-BE49-F238E27FC236}">
                <a16:creationId xmlns:a16="http://schemas.microsoft.com/office/drawing/2014/main" id="{2C52799C-069B-4C31-803B-E11AFCBE9060}"/>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336233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Image Section Opener 3 Dark">
    <p:bg>
      <p:bgPr>
        <a:solidFill>
          <a:srgbClr val="012A2C"/>
        </a:solidFill>
        <a:effectLst/>
      </p:bgPr>
    </p:bg>
    <p:spTree>
      <p:nvGrpSpPr>
        <p:cNvPr id="1" name=""/>
        <p:cNvGrpSpPr/>
        <p:nvPr/>
      </p:nvGrpSpPr>
      <p:grpSpPr>
        <a:xfrm>
          <a:off x="0" y="0"/>
          <a:ext cx="0" cy="0"/>
          <a:chOff x="0" y="0"/>
          <a:chExt cx="0" cy="0"/>
        </a:xfrm>
      </p:grpSpPr>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511175" y="352424"/>
            <a:ext cx="1436687" cy="1147763"/>
          </a:xfrm>
        </p:spPr>
        <p:txBody>
          <a:bodyPr anchor="b"/>
          <a:lstStyle>
            <a:lvl1pPr algn="l">
              <a:defRPr sz="9600">
                <a:solidFill>
                  <a:schemeClr val="bg1">
                    <a:alpha val="80000"/>
                  </a:schemeClr>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1601788"/>
            <a:ext cx="2971800" cy="2398712"/>
          </a:xfrm>
        </p:spPr>
        <p:txBody>
          <a:bodyPr anchor="t"/>
          <a:lstStyle>
            <a:lvl1pPr>
              <a:defRPr sz="4400" b="0">
                <a:solidFill>
                  <a:schemeClr val="bg1">
                    <a:alpha val="80000"/>
                  </a:schemeClr>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1DA8FB3F-A95B-47BA-A641-1852818CC43D}"/>
              </a:ext>
            </a:extLst>
          </p:cNvPr>
          <p:cNvSpPr>
            <a:spLocks noGrp="1"/>
          </p:cNvSpPr>
          <p:nvPr>
            <p:ph type="pic" sz="quarter" idx="11"/>
          </p:nvPr>
        </p:nvSpPr>
        <p:spPr>
          <a:xfrm>
            <a:off x="7683500" y="476251"/>
            <a:ext cx="3995738" cy="5905500"/>
          </a:xfrm>
        </p:spPr>
        <p:txBody>
          <a:bodyPr/>
          <a:lstStyle>
            <a:lvl1pPr>
              <a:defRPr>
                <a:solidFill>
                  <a:schemeClr val="bg1"/>
                </a:solidFill>
              </a:defRPr>
            </a:lvl1pPr>
          </a:lstStyle>
          <a:p>
            <a:r>
              <a:rPr lang="en-US"/>
              <a:t>Click icon to add picture</a:t>
            </a:r>
          </a:p>
        </p:txBody>
      </p:sp>
      <p:sp>
        <p:nvSpPr>
          <p:cNvPr id="8" name="Notes">
            <a:extLst>
              <a:ext uri="{FF2B5EF4-FFF2-40B4-BE49-F238E27FC236}">
                <a16:creationId xmlns:a16="http://schemas.microsoft.com/office/drawing/2014/main" id="{690B83F4-5EA6-4D3C-BD30-E4F2B31A9E99}"/>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0806895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Image Section Opener 1 Light">
    <p:spTree>
      <p:nvGrpSpPr>
        <p:cNvPr id="1" name=""/>
        <p:cNvGrpSpPr/>
        <p:nvPr/>
      </p:nvGrpSpPr>
      <p:grpSpPr>
        <a:xfrm>
          <a:off x="0" y="0"/>
          <a:ext cx="0" cy="0"/>
          <a:chOff x="0" y="0"/>
          <a:chExt cx="0" cy="0"/>
        </a:xfrm>
      </p:grpSpPr>
      <p:sp>
        <p:nvSpPr>
          <p:cNvPr id="9" name="Section Number">
            <a:extLst>
              <a:ext uri="{FF2B5EF4-FFF2-40B4-BE49-F238E27FC236}">
                <a16:creationId xmlns:a16="http://schemas.microsoft.com/office/drawing/2014/main" id="{0B80AEDB-7934-4503-BD6D-314ACBAD791D}"/>
              </a:ext>
            </a:extLst>
          </p:cNvPr>
          <p:cNvSpPr>
            <a:spLocks noGrp="1"/>
          </p:cNvSpPr>
          <p:nvPr>
            <p:ph type="body" sz="quarter" idx="10" hasCustomPrompt="1"/>
          </p:nvPr>
        </p:nvSpPr>
        <p:spPr>
          <a:xfrm>
            <a:off x="439200" y="1560786"/>
            <a:ext cx="2121438" cy="1815827"/>
          </a:xfrm>
        </p:spPr>
        <p:txBody>
          <a:bodyPr anchor="t"/>
          <a:lstStyle>
            <a:lvl1pPr>
              <a:lnSpc>
                <a:spcPct val="70000"/>
              </a:lnSpc>
              <a:defRPr sz="18500">
                <a:solidFill>
                  <a:srgbClr val="003F2D"/>
                </a:solidFill>
              </a:defRPr>
            </a:lvl1pPr>
          </a:lstStyle>
          <a:p>
            <a:pPr lvl="0"/>
            <a:r>
              <a:rPr lang="en-US"/>
              <a:t>1</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05061" y="3376613"/>
            <a:ext cx="2466739" cy="726893"/>
          </a:xfrm>
        </p:spPr>
        <p:txBody>
          <a:bodyPr anchor="t"/>
          <a:lstStyle>
            <a:lvl1pPr>
              <a:defRPr sz="4400" b="0">
                <a:solidFill>
                  <a:schemeClr val="tx1"/>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B819427E-9467-4012-BAE9-3224FF25637E}"/>
              </a:ext>
            </a:extLst>
          </p:cNvPr>
          <p:cNvSpPr>
            <a:spLocks noGrp="1"/>
          </p:cNvSpPr>
          <p:nvPr>
            <p:ph type="pic" sz="quarter" idx="11"/>
          </p:nvPr>
        </p:nvSpPr>
        <p:spPr>
          <a:xfrm>
            <a:off x="6657975" y="2852738"/>
            <a:ext cx="5021263" cy="3529012"/>
          </a:xfrm>
        </p:spPr>
        <p:txBody>
          <a:bodyPr/>
          <a:lstStyle>
            <a:lvl1pPr>
              <a:defRPr>
                <a:solidFill>
                  <a:schemeClr val="accent5"/>
                </a:solidFill>
              </a:defRPr>
            </a:lvl1pPr>
          </a:lstStyle>
          <a:p>
            <a:r>
              <a:rPr lang="en-US"/>
              <a:t>Click icon to add picture</a:t>
            </a:r>
          </a:p>
        </p:txBody>
      </p:sp>
      <p:sp>
        <p:nvSpPr>
          <p:cNvPr id="8" name="Notes">
            <a:extLst>
              <a:ext uri="{FF2B5EF4-FFF2-40B4-BE49-F238E27FC236}">
                <a16:creationId xmlns:a16="http://schemas.microsoft.com/office/drawing/2014/main" id="{F45A41F3-68B3-40EE-B25D-6EE20352FD80}"/>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40644189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Image Section Opener 2 Light">
    <p:spTree>
      <p:nvGrpSpPr>
        <p:cNvPr id="1" name=""/>
        <p:cNvGrpSpPr/>
        <p:nvPr/>
      </p:nvGrpSpPr>
      <p:grpSpPr>
        <a:xfrm>
          <a:off x="0" y="0"/>
          <a:ext cx="0" cy="0"/>
          <a:chOff x="0" y="0"/>
          <a:chExt cx="0" cy="0"/>
        </a:xfrm>
      </p:grpSpPr>
      <p:cxnSp>
        <p:nvCxnSpPr>
          <p:cNvPr id="12" name="Line of SIght">
            <a:extLst>
              <a:ext uri="{FF2B5EF4-FFF2-40B4-BE49-F238E27FC236}">
                <a16:creationId xmlns:a16="http://schemas.microsoft.com/office/drawing/2014/main" id="{8A9ECD61-ED7B-49FC-8FEC-E9337C05843A}"/>
              </a:ext>
              <a:ext uri="{C183D7F6-B498-43B3-948B-1728B52AA6E4}">
                <adec:decorative xmlns:adec="http://schemas.microsoft.com/office/drawing/2017/decorative" val="1"/>
              </a:ext>
            </a:extLst>
          </p:cNvPr>
          <p:cNvCxnSpPr>
            <a:cxnSpLocks/>
          </p:cNvCxnSpPr>
          <p:nvPr userDrawn="1"/>
        </p:nvCxnSpPr>
        <p:spPr>
          <a:xfrm flipH="1">
            <a:off x="0" y="857250"/>
            <a:ext cx="10142539"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LOS Animation Cover">
            <a:extLst>
              <a:ext uri="{FF2B5EF4-FFF2-40B4-BE49-F238E27FC236}">
                <a16:creationId xmlns:a16="http://schemas.microsoft.com/office/drawing/2014/main" id="{CE9617AF-0744-4180-BB4B-3FEB62C97441}"/>
              </a:ext>
              <a:ext uri="{C183D7F6-B498-43B3-948B-1728B52AA6E4}">
                <adec:decorative xmlns:adec="http://schemas.microsoft.com/office/drawing/2017/decorative" val="1"/>
              </a:ext>
            </a:extLst>
          </p:cNvPr>
          <p:cNvSpPr/>
          <p:nvPr/>
        </p:nvSpPr>
        <p:spPr>
          <a:xfrm>
            <a:off x="0" y="0"/>
            <a:ext cx="358457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10244138" y="352424"/>
            <a:ext cx="1436687" cy="1147763"/>
          </a:xfrm>
        </p:spPr>
        <p:txBody>
          <a:bodyPr anchor="b"/>
          <a:lstStyle>
            <a:lvl1pPr algn="r">
              <a:defRPr sz="9600">
                <a:solidFill>
                  <a:srgbClr val="003F2D"/>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476250"/>
            <a:ext cx="2971800" cy="1844675"/>
          </a:xfrm>
        </p:spPr>
        <p:txBody>
          <a:bodyPr anchor="t"/>
          <a:lstStyle>
            <a:lvl1pPr>
              <a:defRPr sz="3600" b="0">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1DA8FB3F-A95B-47BA-A641-1852818CC43D}"/>
              </a:ext>
            </a:extLst>
          </p:cNvPr>
          <p:cNvSpPr>
            <a:spLocks noGrp="1"/>
          </p:cNvSpPr>
          <p:nvPr>
            <p:ph type="pic" sz="quarter" idx="11"/>
          </p:nvPr>
        </p:nvSpPr>
        <p:spPr>
          <a:xfrm>
            <a:off x="3584575" y="2227263"/>
            <a:ext cx="8094663" cy="4154487"/>
          </a:xfrm>
        </p:spPr>
        <p:txBody>
          <a:bodyPr/>
          <a:lstStyle>
            <a:lvl1pPr>
              <a:defRPr>
                <a:solidFill>
                  <a:schemeClr val="accent5"/>
                </a:solidFill>
              </a:defRPr>
            </a:lvl1pPr>
          </a:lstStyle>
          <a:p>
            <a:r>
              <a:rPr lang="en-US"/>
              <a:t>Click icon to add picture</a:t>
            </a:r>
          </a:p>
        </p:txBody>
      </p:sp>
      <p:sp>
        <p:nvSpPr>
          <p:cNvPr id="9" name="Notes">
            <a:extLst>
              <a:ext uri="{FF2B5EF4-FFF2-40B4-BE49-F238E27FC236}">
                <a16:creationId xmlns:a16="http://schemas.microsoft.com/office/drawing/2014/main" id="{57F369B8-CCF3-4945-8F17-7E11B37F3DB9}"/>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419997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Image Section Opener 3 Light">
    <p:spTree>
      <p:nvGrpSpPr>
        <p:cNvPr id="1" name=""/>
        <p:cNvGrpSpPr/>
        <p:nvPr/>
      </p:nvGrpSpPr>
      <p:grpSpPr>
        <a:xfrm>
          <a:off x="0" y="0"/>
          <a:ext cx="0" cy="0"/>
          <a:chOff x="0" y="0"/>
          <a:chExt cx="0" cy="0"/>
        </a:xfrm>
      </p:grpSpPr>
      <p:sp>
        <p:nvSpPr>
          <p:cNvPr id="7" name="Section Number">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511175" y="352424"/>
            <a:ext cx="1436687" cy="1147763"/>
          </a:xfrm>
        </p:spPr>
        <p:txBody>
          <a:bodyPr anchor="b"/>
          <a:lstStyle>
            <a:lvl1pPr algn="l">
              <a:defRPr sz="9600">
                <a:solidFill>
                  <a:srgbClr val="003F2D"/>
                </a:solidFill>
              </a:defRPr>
            </a:lvl1pPr>
          </a:lstStyle>
          <a:p>
            <a:pPr lvl="0"/>
            <a:r>
              <a:rPr lang="en-US"/>
              <a:t>2</a:t>
            </a:r>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1601788"/>
            <a:ext cx="2971800" cy="2398712"/>
          </a:xfrm>
        </p:spPr>
        <p:txBody>
          <a:bodyPr anchor="t"/>
          <a:lstStyle>
            <a:lvl1pPr>
              <a:defRPr sz="4400" b="0">
                <a:solidFill>
                  <a:schemeClr val="tx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1DA8FB3F-A95B-47BA-A641-1852818CC43D}"/>
              </a:ext>
            </a:extLst>
          </p:cNvPr>
          <p:cNvSpPr>
            <a:spLocks noGrp="1"/>
          </p:cNvSpPr>
          <p:nvPr>
            <p:ph type="pic" sz="quarter" idx="11"/>
          </p:nvPr>
        </p:nvSpPr>
        <p:spPr>
          <a:xfrm>
            <a:off x="7683500" y="476251"/>
            <a:ext cx="3995738" cy="5905500"/>
          </a:xfrm>
        </p:spPr>
        <p:txBody>
          <a:bodyPr/>
          <a:lstStyle>
            <a:lvl1pPr>
              <a:defRPr>
                <a:solidFill>
                  <a:schemeClr val="accent5"/>
                </a:solidFill>
              </a:defRPr>
            </a:lvl1pPr>
          </a:lstStyle>
          <a:p>
            <a:r>
              <a:rPr lang="en-US"/>
              <a:t>Click icon to add picture</a:t>
            </a:r>
          </a:p>
        </p:txBody>
      </p:sp>
      <p:sp>
        <p:nvSpPr>
          <p:cNvPr id="8" name="Notes">
            <a:extLst>
              <a:ext uri="{FF2B5EF4-FFF2-40B4-BE49-F238E27FC236}">
                <a16:creationId xmlns:a16="http://schemas.microsoft.com/office/drawing/2014/main" id="{AF590E9D-CFCC-4B6F-8354-C228E5CEFF44}"/>
              </a:ext>
              <a:ext uri="{C183D7F6-B498-43B3-948B-1728B52AA6E4}">
                <adec:decorative xmlns:adec="http://schemas.microsoft.com/office/drawing/2017/decorative" val="1"/>
              </a:ext>
            </a:extLst>
          </p:cNvPr>
          <p:cNvSpPr/>
          <p:nvPr userDrawn="1"/>
        </p:nvSpPr>
        <p:spPr>
          <a:xfrm>
            <a:off x="-1670070" y="-1"/>
            <a:ext cx="1377929" cy="973139"/>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Do not add speakers to section break! </a:t>
            </a:r>
            <a:br>
              <a:rPr lang="en-US" sz="1200">
                <a:solidFill>
                  <a:schemeClr val="bg1"/>
                </a:solidFill>
                <a:latin typeface="Calibre-Semibold" panose="020B0703030202060203" pitchFamily="34" charset="0"/>
              </a:rPr>
            </a:br>
            <a:r>
              <a:rPr lang="en-US" sz="1200">
                <a:solidFill>
                  <a:schemeClr val="bg1"/>
                </a:solidFill>
              </a:rPr>
              <a:t>Use a separate </a:t>
            </a:r>
            <a:br>
              <a:rPr lang="en-US" sz="1200">
                <a:solidFill>
                  <a:schemeClr val="bg1"/>
                </a:solidFill>
              </a:rPr>
            </a:br>
            <a:r>
              <a:rPr lang="en-US" sz="1200">
                <a:solidFill>
                  <a:schemeClr val="bg1"/>
                </a:solidFill>
              </a:rPr>
              <a:t>slide following section break.</a:t>
            </a:r>
          </a:p>
        </p:txBody>
      </p:sp>
    </p:spTree>
    <p:extLst>
      <p:ext uri="{BB962C8B-B14F-4D97-AF65-F5344CB8AC3E}">
        <p14:creationId xmlns:p14="http://schemas.microsoft.com/office/powerpoint/2010/main" val="13479926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ext Quote 1">
    <p:bg>
      <p:bgPr>
        <a:solidFill>
          <a:schemeClr val="tx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84F3302C-956C-4D92-A7AC-A2576257DE4C}"/>
              </a:ext>
              <a:ext uri="{C183D7F6-B498-43B3-948B-1728B52AA6E4}">
                <adec:decorative xmlns:adec="http://schemas.microsoft.com/office/drawing/2017/decorative" val="0"/>
              </a:ext>
            </a:extLst>
          </p:cNvPr>
          <p:cNvSpPr>
            <a:spLocks noGrp="1"/>
          </p:cNvSpPr>
          <p:nvPr>
            <p:ph type="title"/>
          </p:nvPr>
        </p:nvSpPr>
        <p:spPr>
          <a:xfrm>
            <a:off x="2048404" y="452438"/>
            <a:ext cx="8094134" cy="5430837"/>
          </a:xfrm>
        </p:spPr>
        <p:txBody>
          <a:bodyPr tIns="0" anchor="ctr"/>
          <a:lstStyle>
            <a:lvl1pPr>
              <a:defRPr sz="7600">
                <a:solidFill>
                  <a:schemeClr val="accent3"/>
                </a:solidFill>
              </a:defRPr>
            </a:lvl1pPr>
          </a:lstStyle>
          <a:p>
            <a:r>
              <a:rPr lang="en-US"/>
              <a:t>Click to edit Master title style</a:t>
            </a:r>
          </a:p>
        </p:txBody>
      </p:sp>
      <p:sp>
        <p:nvSpPr>
          <p:cNvPr id="19" name="Text Placeholder 10">
            <a:extLst>
              <a:ext uri="{FF2B5EF4-FFF2-40B4-BE49-F238E27FC236}">
                <a16:creationId xmlns:a16="http://schemas.microsoft.com/office/drawing/2014/main" id="{86713B7F-2214-EC45-B16D-691521DFD097}"/>
              </a:ext>
            </a:extLst>
          </p:cNvPr>
          <p:cNvSpPr>
            <a:spLocks noGrp="1"/>
          </p:cNvSpPr>
          <p:nvPr>
            <p:ph type="body" sz="quarter" idx="15"/>
          </p:nvPr>
        </p:nvSpPr>
        <p:spPr>
          <a:xfrm>
            <a:off x="2047875" y="5978525"/>
            <a:ext cx="3484563" cy="377825"/>
          </a:xfrm>
          <a:prstGeom prst="rect">
            <a:avLst/>
          </a:prstGeom>
        </p:spPr>
        <p:txBody>
          <a:bodyPr anchor="b"/>
          <a:lstStyle>
            <a:lvl1pPr marL="7701" algn="l" defTabSz="554492" rtl="0" eaLnBrk="1" latinLnBrk="0" hangingPunct="1">
              <a:lnSpc>
                <a:spcPct val="100000"/>
              </a:lnSpc>
              <a:spcBef>
                <a:spcPts val="61"/>
              </a:spcBef>
              <a:defRPr lang="en-US" sz="1698" b="1" i="0" kern="0" dirty="0">
                <a:solidFill>
                  <a:srgbClr val="CAD1D2"/>
                </a:solidFill>
                <a:latin typeface="Calibre-Semibold"/>
                <a:ea typeface="+mj-ea"/>
                <a:cs typeface="Calibre-Semibold"/>
              </a:defRPr>
            </a:lvl1pPr>
          </a:lstStyle>
          <a:p>
            <a:pPr lvl="0"/>
            <a:r>
              <a:rPr lang="en-US"/>
              <a:t>Click to edit Master text styles</a:t>
            </a:r>
          </a:p>
        </p:txBody>
      </p:sp>
      <p:sp>
        <p:nvSpPr>
          <p:cNvPr id="14" name="TextBox 13">
            <a:extLst>
              <a:ext uri="{FF2B5EF4-FFF2-40B4-BE49-F238E27FC236}">
                <a16:creationId xmlns:a16="http://schemas.microsoft.com/office/drawing/2014/main" id="{35D231BF-12DF-4AA6-8A1D-225A3C833697}"/>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
        <p:nvSpPr>
          <p:cNvPr id="12" name="TextBox 11">
            <a:extLst>
              <a:ext uri="{FF2B5EF4-FFF2-40B4-BE49-F238E27FC236}">
                <a16:creationId xmlns:a16="http://schemas.microsoft.com/office/drawing/2014/main" id="{E78127E9-DB37-431B-B7CA-4D1DA013E6F9}"/>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5" name="Opening Quote">
            <a:extLst>
              <a:ext uri="{FF2B5EF4-FFF2-40B4-BE49-F238E27FC236}">
                <a16:creationId xmlns:a16="http://schemas.microsoft.com/office/drawing/2014/main" id="{82769C9B-5FF1-4657-8617-4C106AC7AC3B}"/>
              </a:ext>
              <a:ext uri="{C183D7F6-B498-43B3-948B-1728B52AA6E4}">
                <adec:decorative xmlns:adec="http://schemas.microsoft.com/office/drawing/2017/decorative" val="1"/>
              </a:ext>
            </a:extLst>
          </p:cNvPr>
          <p:cNvSpPr>
            <a:spLocks noChangeAspect="1"/>
          </p:cNvSpPr>
          <p:nvPr userDrawn="1"/>
        </p:nvSpPr>
        <p:spPr>
          <a:xfrm>
            <a:off x="504470" y="2664569"/>
            <a:ext cx="923544" cy="712044"/>
          </a:xfrm>
          <a:custGeom>
            <a:avLst/>
            <a:gdLst>
              <a:gd name="connsiteX0" fmla="*/ 1710404 w 3999618"/>
              <a:gd name="connsiteY0" fmla="*/ 2274623 h 3083671"/>
              <a:gd name="connsiteX1" fmla="*/ 916567 w 3999618"/>
              <a:gd name="connsiteY1" fmla="*/ 3083700 h 3083671"/>
              <a:gd name="connsiteX2" fmla="*/ 619 w 3999618"/>
              <a:gd name="connsiteY2" fmla="*/ 1999827 h 3083671"/>
              <a:gd name="connsiteX3" fmla="*/ 1847850 w 3999618"/>
              <a:gd name="connsiteY3" fmla="*/ 29 h 3083671"/>
              <a:gd name="connsiteX4" fmla="*/ 1908905 w 3999618"/>
              <a:gd name="connsiteY4" fmla="*/ 259585 h 3083671"/>
              <a:gd name="connsiteX5" fmla="*/ 687586 w 3999618"/>
              <a:gd name="connsiteY5" fmla="*/ 1465546 h 3083671"/>
              <a:gd name="connsiteX6" fmla="*/ 1710404 w 3999618"/>
              <a:gd name="connsiteY6" fmla="*/ 2274623 h 3083671"/>
              <a:gd name="connsiteX7" fmla="*/ 3801785 w 3999618"/>
              <a:gd name="connsiteY7" fmla="*/ 2274623 h 3083671"/>
              <a:gd name="connsiteX8" fmla="*/ 3007971 w 3999618"/>
              <a:gd name="connsiteY8" fmla="*/ 3083700 h 3083671"/>
              <a:gd name="connsiteX9" fmla="*/ 2091999 w 3999618"/>
              <a:gd name="connsiteY9" fmla="*/ 1999827 h 3083671"/>
              <a:gd name="connsiteX10" fmla="*/ 3939159 w 3999618"/>
              <a:gd name="connsiteY10" fmla="*/ 29 h 3083671"/>
              <a:gd name="connsiteX11" fmla="*/ 4000238 w 3999618"/>
              <a:gd name="connsiteY11" fmla="*/ 259585 h 3083671"/>
              <a:gd name="connsiteX12" fmla="*/ 2778918 w 3999618"/>
              <a:gd name="connsiteY12" fmla="*/ 1465546 h 3083671"/>
              <a:gd name="connsiteX13" fmla="*/ 3801785 w 3999618"/>
              <a:gd name="connsiteY13" fmla="*/ 2274623 h 30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99618" h="3083671">
                <a:moveTo>
                  <a:pt x="1710404" y="2274623"/>
                </a:moveTo>
                <a:cubicBezTo>
                  <a:pt x="1710404" y="2732585"/>
                  <a:pt x="1328761" y="3083700"/>
                  <a:pt x="916567" y="3083700"/>
                </a:cubicBezTo>
                <a:cubicBezTo>
                  <a:pt x="397454" y="3083700"/>
                  <a:pt x="619" y="2732585"/>
                  <a:pt x="619" y="1999827"/>
                </a:cubicBezTo>
                <a:cubicBezTo>
                  <a:pt x="619" y="1053375"/>
                  <a:pt x="733425" y="167955"/>
                  <a:pt x="1847850" y="29"/>
                </a:cubicBezTo>
                <a:lnTo>
                  <a:pt x="1908905" y="259585"/>
                </a:lnTo>
                <a:cubicBezTo>
                  <a:pt x="1023437" y="473255"/>
                  <a:pt x="687586" y="1068639"/>
                  <a:pt x="687586" y="1465546"/>
                </a:cubicBezTo>
                <a:cubicBezTo>
                  <a:pt x="1176099" y="1358675"/>
                  <a:pt x="1710404" y="1679239"/>
                  <a:pt x="1710404" y="2274623"/>
                </a:cubicBezTo>
                <a:close/>
                <a:moveTo>
                  <a:pt x="3801785" y="2274623"/>
                </a:moveTo>
                <a:cubicBezTo>
                  <a:pt x="3801785" y="2732585"/>
                  <a:pt x="3420142" y="3083700"/>
                  <a:pt x="3007971" y="3083700"/>
                </a:cubicBezTo>
                <a:cubicBezTo>
                  <a:pt x="2488858" y="3083700"/>
                  <a:pt x="2091999" y="2732585"/>
                  <a:pt x="2091999" y="1999827"/>
                </a:cubicBezTo>
                <a:cubicBezTo>
                  <a:pt x="2091999" y="1053375"/>
                  <a:pt x="2824781" y="167955"/>
                  <a:pt x="3939159" y="29"/>
                </a:cubicBezTo>
                <a:lnTo>
                  <a:pt x="4000238" y="259585"/>
                </a:lnTo>
                <a:cubicBezTo>
                  <a:pt x="3114818" y="473255"/>
                  <a:pt x="2778918" y="1068639"/>
                  <a:pt x="2778918" y="1465546"/>
                </a:cubicBezTo>
                <a:cubicBezTo>
                  <a:pt x="3267480" y="1358675"/>
                  <a:pt x="3801785" y="1679239"/>
                  <a:pt x="3801785" y="2274623"/>
                </a:cubicBezTo>
                <a:close/>
              </a:path>
            </a:pathLst>
          </a:custGeom>
          <a:solidFill>
            <a:schemeClr val="accent3"/>
          </a:solidFill>
          <a:ln w="2381" cap="flat">
            <a:noFill/>
            <a:prstDash val="solid"/>
            <a:miter/>
          </a:ln>
        </p:spPr>
        <p:txBody>
          <a:bodyPr rtlCol="0" anchor="ctr"/>
          <a:lstStyle/>
          <a:p>
            <a:endParaRPr lang="en-US"/>
          </a:p>
        </p:txBody>
      </p:sp>
      <p:sp>
        <p:nvSpPr>
          <p:cNvPr id="20" name="Closing Quote">
            <a:extLst>
              <a:ext uri="{FF2B5EF4-FFF2-40B4-BE49-F238E27FC236}">
                <a16:creationId xmlns:a16="http://schemas.microsoft.com/office/drawing/2014/main" id="{76DE9EC9-E3B5-4208-8CB4-F198CB66496D}"/>
              </a:ext>
              <a:ext uri="{C183D7F6-B498-43B3-948B-1728B52AA6E4}">
                <adec:decorative xmlns:adec="http://schemas.microsoft.com/office/drawing/2017/decorative" val="1"/>
              </a:ext>
            </a:extLst>
          </p:cNvPr>
          <p:cNvSpPr>
            <a:spLocks noChangeAspect="1"/>
          </p:cNvSpPr>
          <p:nvPr userDrawn="1"/>
        </p:nvSpPr>
        <p:spPr>
          <a:xfrm>
            <a:off x="10755694" y="2664569"/>
            <a:ext cx="923544" cy="712044"/>
          </a:xfrm>
          <a:custGeom>
            <a:avLst/>
            <a:gdLst>
              <a:gd name="connsiteX0" fmla="*/ 712045 w 923544"/>
              <a:gd name="connsiteY0" fmla="*/ 0 h 712044"/>
              <a:gd name="connsiteX1" fmla="*/ 923544 w 923544"/>
              <a:gd name="connsiteY1" fmla="*/ 250275 h 712044"/>
              <a:gd name="connsiteX2" fmla="*/ 497004 w 923544"/>
              <a:gd name="connsiteY2" fmla="*/ 712044 h 712044"/>
              <a:gd name="connsiteX3" fmla="*/ 482906 w 923544"/>
              <a:gd name="connsiteY3" fmla="*/ 652111 h 712044"/>
              <a:gd name="connsiteX4" fmla="*/ 764918 w 923544"/>
              <a:gd name="connsiteY4" fmla="*/ 373645 h 712044"/>
              <a:gd name="connsiteX5" fmla="*/ 528741 w 923544"/>
              <a:gd name="connsiteY5" fmla="*/ 186823 h 712044"/>
              <a:gd name="connsiteX6" fmla="*/ 712045 w 923544"/>
              <a:gd name="connsiteY6" fmla="*/ 0 h 712044"/>
              <a:gd name="connsiteX7" fmla="*/ 229122 w 923544"/>
              <a:gd name="connsiteY7" fmla="*/ 0 h 712044"/>
              <a:gd name="connsiteX8" fmla="*/ 440628 w 923544"/>
              <a:gd name="connsiteY8" fmla="*/ 250275 h 712044"/>
              <a:gd name="connsiteX9" fmla="*/ 14103 w 923544"/>
              <a:gd name="connsiteY9" fmla="*/ 712044 h 712044"/>
              <a:gd name="connsiteX10" fmla="*/ 0 w 923544"/>
              <a:gd name="connsiteY10" fmla="*/ 652111 h 712044"/>
              <a:gd name="connsiteX11" fmla="*/ 282013 w 923544"/>
              <a:gd name="connsiteY11" fmla="*/ 373645 h 712044"/>
              <a:gd name="connsiteX12" fmla="*/ 45824 w 923544"/>
              <a:gd name="connsiteY12" fmla="*/ 186823 h 712044"/>
              <a:gd name="connsiteX13" fmla="*/ 229122 w 923544"/>
              <a:gd name="connsiteY13" fmla="*/ 0 h 71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44" h="712044">
                <a:moveTo>
                  <a:pt x="712045" y="0"/>
                </a:moveTo>
                <a:cubicBezTo>
                  <a:pt x="831912" y="0"/>
                  <a:pt x="923544" y="81076"/>
                  <a:pt x="923544" y="250275"/>
                </a:cubicBezTo>
                <a:cubicBezTo>
                  <a:pt x="923544" y="468818"/>
                  <a:pt x="754334" y="673269"/>
                  <a:pt x="497004" y="712044"/>
                </a:cubicBezTo>
                <a:lnTo>
                  <a:pt x="482906" y="652111"/>
                </a:lnTo>
                <a:cubicBezTo>
                  <a:pt x="687367" y="602773"/>
                  <a:pt x="764918" y="465294"/>
                  <a:pt x="764918" y="373645"/>
                </a:cubicBezTo>
                <a:cubicBezTo>
                  <a:pt x="652117" y="398322"/>
                  <a:pt x="528741" y="324301"/>
                  <a:pt x="528741" y="186823"/>
                </a:cubicBezTo>
                <a:cubicBezTo>
                  <a:pt x="528741" y="81076"/>
                  <a:pt x="616866" y="0"/>
                  <a:pt x="712045" y="0"/>
                </a:cubicBezTo>
                <a:close/>
                <a:moveTo>
                  <a:pt x="229122" y="0"/>
                </a:moveTo>
                <a:cubicBezTo>
                  <a:pt x="348990" y="0"/>
                  <a:pt x="440628" y="81076"/>
                  <a:pt x="440628" y="250275"/>
                </a:cubicBezTo>
                <a:cubicBezTo>
                  <a:pt x="440628" y="468818"/>
                  <a:pt x="271423" y="673269"/>
                  <a:pt x="14103" y="712044"/>
                </a:cubicBezTo>
                <a:lnTo>
                  <a:pt x="0" y="652111"/>
                </a:lnTo>
                <a:cubicBezTo>
                  <a:pt x="204450" y="602773"/>
                  <a:pt x="282013" y="465294"/>
                  <a:pt x="282013" y="373645"/>
                </a:cubicBezTo>
                <a:cubicBezTo>
                  <a:pt x="169199" y="398322"/>
                  <a:pt x="45824" y="324301"/>
                  <a:pt x="45824" y="186823"/>
                </a:cubicBezTo>
                <a:cubicBezTo>
                  <a:pt x="45824" y="81076"/>
                  <a:pt x="133948" y="0"/>
                  <a:pt x="229122" y="0"/>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45720" bIns="0" rtlCol="0" anchor="ctr">
            <a:noAutofit/>
          </a:bodyPr>
          <a:lstStyle/>
          <a:p>
            <a:pPr algn="ctr">
              <a:spcAft>
                <a:spcPts val="300"/>
              </a:spcAft>
            </a:pPr>
            <a:endParaRPr lang="en-US">
              <a:solidFill>
                <a:schemeClr val="bg1"/>
              </a:solidFill>
            </a:endParaRPr>
          </a:p>
        </p:txBody>
      </p:sp>
    </p:spTree>
    <p:extLst>
      <p:ext uri="{BB962C8B-B14F-4D97-AF65-F5344CB8AC3E}">
        <p14:creationId xmlns:p14="http://schemas.microsoft.com/office/powerpoint/2010/main" val="1978004370"/>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Text Quote 2">
    <p:bg>
      <p:bgPr>
        <a:solidFill>
          <a:schemeClr val="tx1"/>
        </a:solidFill>
        <a:effectLst/>
      </p:bgPr>
    </p:bg>
    <p:spTree>
      <p:nvGrpSpPr>
        <p:cNvPr id="1" name=""/>
        <p:cNvGrpSpPr/>
        <p:nvPr/>
      </p:nvGrpSpPr>
      <p:grpSpPr>
        <a:xfrm>
          <a:off x="0" y="0"/>
          <a:ext cx="0" cy="0"/>
          <a:chOff x="0" y="0"/>
          <a:chExt cx="0" cy="0"/>
        </a:xfrm>
      </p:grpSpPr>
      <p:sp>
        <p:nvSpPr>
          <p:cNvPr id="10" name="Title 16">
            <a:extLst>
              <a:ext uri="{FF2B5EF4-FFF2-40B4-BE49-F238E27FC236}">
                <a16:creationId xmlns:a16="http://schemas.microsoft.com/office/drawing/2014/main" id="{9FAFE378-6B41-4CCA-BF34-5E1D9ACE1F13}"/>
              </a:ext>
            </a:extLst>
          </p:cNvPr>
          <p:cNvSpPr>
            <a:spLocks noGrp="1"/>
          </p:cNvSpPr>
          <p:nvPr>
            <p:ph type="title"/>
          </p:nvPr>
        </p:nvSpPr>
        <p:spPr>
          <a:xfrm>
            <a:off x="4097866" y="1318057"/>
            <a:ext cx="6557434" cy="4034991"/>
          </a:xfrm>
        </p:spPr>
        <p:txBody>
          <a:bodyPr tIns="0"/>
          <a:lstStyle>
            <a:lvl1pPr>
              <a:defRPr sz="7600">
                <a:solidFill>
                  <a:srgbClr val="CAD1D2"/>
                </a:solidFill>
              </a:defRPr>
            </a:lvl1pPr>
          </a:lstStyle>
          <a:p>
            <a:r>
              <a:rPr lang="en-US"/>
              <a:t>Click to edit Master title style</a:t>
            </a:r>
          </a:p>
        </p:txBody>
      </p:sp>
      <p:sp>
        <p:nvSpPr>
          <p:cNvPr id="8" name="Text Placeholder 10">
            <a:extLst>
              <a:ext uri="{FF2B5EF4-FFF2-40B4-BE49-F238E27FC236}">
                <a16:creationId xmlns:a16="http://schemas.microsoft.com/office/drawing/2014/main" id="{75403291-4461-41FB-9C05-5D224A319BFE}"/>
              </a:ext>
            </a:extLst>
          </p:cNvPr>
          <p:cNvSpPr>
            <a:spLocks noGrp="1"/>
          </p:cNvSpPr>
          <p:nvPr>
            <p:ph type="body" sz="quarter" idx="46"/>
          </p:nvPr>
        </p:nvSpPr>
        <p:spPr>
          <a:xfrm>
            <a:off x="504470" y="1556659"/>
            <a:ext cx="1687299" cy="243656"/>
          </a:xfrm>
          <a:prstGeom prst="rect">
            <a:avLst/>
          </a:prstGeom>
        </p:spPr>
        <p:txBody>
          <a:bodyPr anchor="b"/>
          <a:lstStyle>
            <a:lvl1pPr marL="7701" algn="l" defTabSz="554492" rtl="0" eaLnBrk="1" latinLnBrk="0" hangingPunct="1">
              <a:lnSpc>
                <a:spcPct val="100000"/>
              </a:lnSpc>
              <a:spcBef>
                <a:spcPts val="61"/>
              </a:spcBef>
              <a:defRPr lang="en-US" sz="1698" b="1" i="0" kern="0" dirty="0">
                <a:solidFill>
                  <a:srgbClr val="CAD1D2"/>
                </a:solidFill>
                <a:latin typeface="Calibre-Semibold"/>
                <a:ea typeface="+mj-ea"/>
                <a:cs typeface="Calibre-Semibold"/>
              </a:defRPr>
            </a:lvl1pPr>
          </a:lstStyle>
          <a:p>
            <a:pPr lvl="0"/>
            <a:r>
              <a:rPr lang="en-US"/>
              <a:t>Click to edit Master text styles</a:t>
            </a:r>
          </a:p>
        </p:txBody>
      </p:sp>
      <p:sp>
        <p:nvSpPr>
          <p:cNvPr id="9" name="Text Placeholder 10">
            <a:extLst>
              <a:ext uri="{FF2B5EF4-FFF2-40B4-BE49-F238E27FC236}">
                <a16:creationId xmlns:a16="http://schemas.microsoft.com/office/drawing/2014/main" id="{F20A762D-6EE7-4EA9-A463-536C42903C04}"/>
              </a:ext>
            </a:extLst>
          </p:cNvPr>
          <p:cNvSpPr>
            <a:spLocks noGrp="1"/>
          </p:cNvSpPr>
          <p:nvPr>
            <p:ph type="body" sz="quarter" idx="16"/>
          </p:nvPr>
        </p:nvSpPr>
        <p:spPr>
          <a:xfrm>
            <a:off x="504470" y="1811550"/>
            <a:ext cx="1687299" cy="243656"/>
          </a:xfrm>
          <a:prstGeom prst="rect">
            <a:avLst/>
          </a:prstGeom>
        </p:spPr>
        <p:txBody>
          <a:bodyPr tIns="0"/>
          <a:lstStyle>
            <a:lvl1pPr marL="7701" algn="l" defTabSz="554492" rtl="0" eaLnBrk="1" latinLnBrk="0" hangingPunct="1">
              <a:lnSpc>
                <a:spcPts val="1868"/>
              </a:lnSpc>
              <a:defRPr lang="en-US" sz="1698" b="0" i="0" kern="0" dirty="0">
                <a:solidFill>
                  <a:srgbClr val="CAD1D2"/>
                </a:solidFill>
                <a:latin typeface="Calibre"/>
                <a:ea typeface="+mj-ea"/>
                <a:cs typeface="Calibre"/>
              </a:defRPr>
            </a:lvl1pPr>
          </a:lstStyle>
          <a:p>
            <a:pPr lvl="0"/>
            <a:r>
              <a:rPr lang="en-US"/>
              <a:t>Click to edit Master text styles</a:t>
            </a:r>
          </a:p>
        </p:txBody>
      </p:sp>
      <p:sp>
        <p:nvSpPr>
          <p:cNvPr id="17" name="TextBox 16">
            <a:extLst>
              <a:ext uri="{FF2B5EF4-FFF2-40B4-BE49-F238E27FC236}">
                <a16:creationId xmlns:a16="http://schemas.microsoft.com/office/drawing/2014/main" id="{A6AD595E-9438-4AA7-AE3E-7A280FAB771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8" name="TextBox 17">
            <a:extLst>
              <a:ext uri="{FF2B5EF4-FFF2-40B4-BE49-F238E27FC236}">
                <a16:creationId xmlns:a16="http://schemas.microsoft.com/office/drawing/2014/main" id="{176FE298-427E-4552-BF1F-AEEAA2F48BA5}"/>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
        <p:nvSpPr>
          <p:cNvPr id="20" name="Opening Quote">
            <a:extLst>
              <a:ext uri="{FF2B5EF4-FFF2-40B4-BE49-F238E27FC236}">
                <a16:creationId xmlns:a16="http://schemas.microsoft.com/office/drawing/2014/main" id="{58D3F7D6-A2FF-45F1-88DD-CDA086CC8602}"/>
              </a:ext>
              <a:ext uri="{C183D7F6-B498-43B3-948B-1728B52AA6E4}">
                <adec:decorative xmlns:adec="http://schemas.microsoft.com/office/drawing/2017/decorative" val="1"/>
              </a:ext>
            </a:extLst>
          </p:cNvPr>
          <p:cNvSpPr>
            <a:spLocks noChangeAspect="1"/>
          </p:cNvSpPr>
          <p:nvPr userDrawn="1"/>
        </p:nvSpPr>
        <p:spPr>
          <a:xfrm>
            <a:off x="4100610" y="353034"/>
            <a:ext cx="685800" cy="528746"/>
          </a:xfrm>
          <a:custGeom>
            <a:avLst/>
            <a:gdLst>
              <a:gd name="connsiteX0" fmla="*/ 1710404 w 3999618"/>
              <a:gd name="connsiteY0" fmla="*/ 2274623 h 3083671"/>
              <a:gd name="connsiteX1" fmla="*/ 916567 w 3999618"/>
              <a:gd name="connsiteY1" fmla="*/ 3083700 h 3083671"/>
              <a:gd name="connsiteX2" fmla="*/ 619 w 3999618"/>
              <a:gd name="connsiteY2" fmla="*/ 1999827 h 3083671"/>
              <a:gd name="connsiteX3" fmla="*/ 1847850 w 3999618"/>
              <a:gd name="connsiteY3" fmla="*/ 29 h 3083671"/>
              <a:gd name="connsiteX4" fmla="*/ 1908905 w 3999618"/>
              <a:gd name="connsiteY4" fmla="*/ 259585 h 3083671"/>
              <a:gd name="connsiteX5" fmla="*/ 687586 w 3999618"/>
              <a:gd name="connsiteY5" fmla="*/ 1465546 h 3083671"/>
              <a:gd name="connsiteX6" fmla="*/ 1710404 w 3999618"/>
              <a:gd name="connsiteY6" fmla="*/ 2274623 h 3083671"/>
              <a:gd name="connsiteX7" fmla="*/ 3801785 w 3999618"/>
              <a:gd name="connsiteY7" fmla="*/ 2274623 h 3083671"/>
              <a:gd name="connsiteX8" fmla="*/ 3007971 w 3999618"/>
              <a:gd name="connsiteY8" fmla="*/ 3083700 h 3083671"/>
              <a:gd name="connsiteX9" fmla="*/ 2091999 w 3999618"/>
              <a:gd name="connsiteY9" fmla="*/ 1999827 h 3083671"/>
              <a:gd name="connsiteX10" fmla="*/ 3939159 w 3999618"/>
              <a:gd name="connsiteY10" fmla="*/ 29 h 3083671"/>
              <a:gd name="connsiteX11" fmla="*/ 4000238 w 3999618"/>
              <a:gd name="connsiteY11" fmla="*/ 259585 h 3083671"/>
              <a:gd name="connsiteX12" fmla="*/ 2778918 w 3999618"/>
              <a:gd name="connsiteY12" fmla="*/ 1465546 h 3083671"/>
              <a:gd name="connsiteX13" fmla="*/ 3801785 w 3999618"/>
              <a:gd name="connsiteY13" fmla="*/ 2274623 h 30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99618" h="3083671">
                <a:moveTo>
                  <a:pt x="1710404" y="2274623"/>
                </a:moveTo>
                <a:cubicBezTo>
                  <a:pt x="1710404" y="2732585"/>
                  <a:pt x="1328761" y="3083700"/>
                  <a:pt x="916567" y="3083700"/>
                </a:cubicBezTo>
                <a:cubicBezTo>
                  <a:pt x="397454" y="3083700"/>
                  <a:pt x="619" y="2732585"/>
                  <a:pt x="619" y="1999827"/>
                </a:cubicBezTo>
                <a:cubicBezTo>
                  <a:pt x="619" y="1053375"/>
                  <a:pt x="733425" y="167955"/>
                  <a:pt x="1847850" y="29"/>
                </a:cubicBezTo>
                <a:lnTo>
                  <a:pt x="1908905" y="259585"/>
                </a:lnTo>
                <a:cubicBezTo>
                  <a:pt x="1023437" y="473255"/>
                  <a:pt x="687586" y="1068639"/>
                  <a:pt x="687586" y="1465546"/>
                </a:cubicBezTo>
                <a:cubicBezTo>
                  <a:pt x="1176099" y="1358675"/>
                  <a:pt x="1710404" y="1679239"/>
                  <a:pt x="1710404" y="2274623"/>
                </a:cubicBezTo>
                <a:close/>
                <a:moveTo>
                  <a:pt x="3801785" y="2274623"/>
                </a:moveTo>
                <a:cubicBezTo>
                  <a:pt x="3801785" y="2732585"/>
                  <a:pt x="3420142" y="3083700"/>
                  <a:pt x="3007971" y="3083700"/>
                </a:cubicBezTo>
                <a:cubicBezTo>
                  <a:pt x="2488858" y="3083700"/>
                  <a:pt x="2091999" y="2732585"/>
                  <a:pt x="2091999" y="1999827"/>
                </a:cubicBezTo>
                <a:cubicBezTo>
                  <a:pt x="2091999" y="1053375"/>
                  <a:pt x="2824781" y="167955"/>
                  <a:pt x="3939159" y="29"/>
                </a:cubicBezTo>
                <a:lnTo>
                  <a:pt x="4000238" y="259585"/>
                </a:lnTo>
                <a:cubicBezTo>
                  <a:pt x="3114818" y="473255"/>
                  <a:pt x="2778918" y="1068639"/>
                  <a:pt x="2778918" y="1465546"/>
                </a:cubicBezTo>
                <a:cubicBezTo>
                  <a:pt x="3267480" y="1358675"/>
                  <a:pt x="3801785" y="1679239"/>
                  <a:pt x="3801785" y="2274623"/>
                </a:cubicBezTo>
                <a:close/>
              </a:path>
            </a:pathLst>
          </a:custGeom>
          <a:solidFill>
            <a:schemeClr val="accent3"/>
          </a:solidFill>
          <a:ln w="2381" cap="flat">
            <a:noFill/>
            <a:prstDash val="solid"/>
            <a:miter/>
          </a:ln>
        </p:spPr>
        <p:txBody>
          <a:bodyPr rtlCol="0" anchor="ctr"/>
          <a:lstStyle/>
          <a:p>
            <a:endParaRPr lang="en-US"/>
          </a:p>
        </p:txBody>
      </p:sp>
      <p:sp>
        <p:nvSpPr>
          <p:cNvPr id="21" name="Closing Quote">
            <a:extLst>
              <a:ext uri="{FF2B5EF4-FFF2-40B4-BE49-F238E27FC236}">
                <a16:creationId xmlns:a16="http://schemas.microsoft.com/office/drawing/2014/main" id="{110AA37A-696F-461E-9566-F396BE874D7F}"/>
              </a:ext>
              <a:ext uri="{C183D7F6-B498-43B3-948B-1728B52AA6E4}">
                <adec:decorative xmlns:adec="http://schemas.microsoft.com/office/drawing/2017/decorative" val="1"/>
              </a:ext>
            </a:extLst>
          </p:cNvPr>
          <p:cNvSpPr>
            <a:spLocks noChangeAspect="1"/>
          </p:cNvSpPr>
          <p:nvPr userDrawn="1"/>
        </p:nvSpPr>
        <p:spPr>
          <a:xfrm>
            <a:off x="4097866" y="5843674"/>
            <a:ext cx="685800" cy="528746"/>
          </a:xfrm>
          <a:custGeom>
            <a:avLst/>
            <a:gdLst>
              <a:gd name="connsiteX0" fmla="*/ 712045 w 923544"/>
              <a:gd name="connsiteY0" fmla="*/ 0 h 712044"/>
              <a:gd name="connsiteX1" fmla="*/ 923544 w 923544"/>
              <a:gd name="connsiteY1" fmla="*/ 250275 h 712044"/>
              <a:gd name="connsiteX2" fmla="*/ 497004 w 923544"/>
              <a:gd name="connsiteY2" fmla="*/ 712044 h 712044"/>
              <a:gd name="connsiteX3" fmla="*/ 482906 w 923544"/>
              <a:gd name="connsiteY3" fmla="*/ 652111 h 712044"/>
              <a:gd name="connsiteX4" fmla="*/ 764918 w 923544"/>
              <a:gd name="connsiteY4" fmla="*/ 373645 h 712044"/>
              <a:gd name="connsiteX5" fmla="*/ 528741 w 923544"/>
              <a:gd name="connsiteY5" fmla="*/ 186823 h 712044"/>
              <a:gd name="connsiteX6" fmla="*/ 712045 w 923544"/>
              <a:gd name="connsiteY6" fmla="*/ 0 h 712044"/>
              <a:gd name="connsiteX7" fmla="*/ 229122 w 923544"/>
              <a:gd name="connsiteY7" fmla="*/ 0 h 712044"/>
              <a:gd name="connsiteX8" fmla="*/ 440628 w 923544"/>
              <a:gd name="connsiteY8" fmla="*/ 250275 h 712044"/>
              <a:gd name="connsiteX9" fmla="*/ 14103 w 923544"/>
              <a:gd name="connsiteY9" fmla="*/ 712044 h 712044"/>
              <a:gd name="connsiteX10" fmla="*/ 0 w 923544"/>
              <a:gd name="connsiteY10" fmla="*/ 652111 h 712044"/>
              <a:gd name="connsiteX11" fmla="*/ 282013 w 923544"/>
              <a:gd name="connsiteY11" fmla="*/ 373645 h 712044"/>
              <a:gd name="connsiteX12" fmla="*/ 45824 w 923544"/>
              <a:gd name="connsiteY12" fmla="*/ 186823 h 712044"/>
              <a:gd name="connsiteX13" fmla="*/ 229122 w 923544"/>
              <a:gd name="connsiteY13" fmla="*/ 0 h 71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44" h="712044">
                <a:moveTo>
                  <a:pt x="712045" y="0"/>
                </a:moveTo>
                <a:cubicBezTo>
                  <a:pt x="831912" y="0"/>
                  <a:pt x="923544" y="81076"/>
                  <a:pt x="923544" y="250275"/>
                </a:cubicBezTo>
                <a:cubicBezTo>
                  <a:pt x="923544" y="468818"/>
                  <a:pt x="754334" y="673269"/>
                  <a:pt x="497004" y="712044"/>
                </a:cubicBezTo>
                <a:lnTo>
                  <a:pt x="482906" y="652111"/>
                </a:lnTo>
                <a:cubicBezTo>
                  <a:pt x="687367" y="602773"/>
                  <a:pt x="764918" y="465294"/>
                  <a:pt x="764918" y="373645"/>
                </a:cubicBezTo>
                <a:cubicBezTo>
                  <a:pt x="652117" y="398322"/>
                  <a:pt x="528741" y="324301"/>
                  <a:pt x="528741" y="186823"/>
                </a:cubicBezTo>
                <a:cubicBezTo>
                  <a:pt x="528741" y="81076"/>
                  <a:pt x="616866" y="0"/>
                  <a:pt x="712045" y="0"/>
                </a:cubicBezTo>
                <a:close/>
                <a:moveTo>
                  <a:pt x="229122" y="0"/>
                </a:moveTo>
                <a:cubicBezTo>
                  <a:pt x="348990" y="0"/>
                  <a:pt x="440628" y="81076"/>
                  <a:pt x="440628" y="250275"/>
                </a:cubicBezTo>
                <a:cubicBezTo>
                  <a:pt x="440628" y="468818"/>
                  <a:pt x="271423" y="673269"/>
                  <a:pt x="14103" y="712044"/>
                </a:cubicBezTo>
                <a:lnTo>
                  <a:pt x="0" y="652111"/>
                </a:lnTo>
                <a:cubicBezTo>
                  <a:pt x="204450" y="602773"/>
                  <a:pt x="282013" y="465294"/>
                  <a:pt x="282013" y="373645"/>
                </a:cubicBezTo>
                <a:cubicBezTo>
                  <a:pt x="169199" y="398322"/>
                  <a:pt x="45824" y="324301"/>
                  <a:pt x="45824" y="186823"/>
                </a:cubicBezTo>
                <a:cubicBezTo>
                  <a:pt x="45824" y="81076"/>
                  <a:pt x="133948" y="0"/>
                  <a:pt x="229122" y="0"/>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45720" bIns="0" rtlCol="0" anchor="ctr">
            <a:noAutofit/>
          </a:bodyPr>
          <a:lstStyle/>
          <a:p>
            <a:pPr algn="ctr">
              <a:spcAft>
                <a:spcPts val="300"/>
              </a:spcAft>
            </a:pPr>
            <a:endParaRPr lang="en-US">
              <a:solidFill>
                <a:schemeClr val="bg1"/>
              </a:solidFill>
            </a:endParaRPr>
          </a:p>
        </p:txBody>
      </p:sp>
    </p:spTree>
    <p:extLst>
      <p:ext uri="{BB962C8B-B14F-4D97-AF65-F5344CB8AC3E}">
        <p14:creationId xmlns:p14="http://schemas.microsoft.com/office/powerpoint/2010/main" val="277953713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ext Quote 3">
    <p:bg>
      <p:bgPr>
        <a:solidFill>
          <a:schemeClr val="tx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536700" y="3092809"/>
            <a:ext cx="9118600" cy="637097"/>
          </a:xfrm>
          <a:prstGeom prst="rect">
            <a:avLst/>
          </a:prstGeom>
        </p:spPr>
        <p:txBody>
          <a:bodyPr wrap="square" lIns="0" tIns="0" rIns="0" bIns="0" anchor="b">
            <a:spAutoFit/>
          </a:bodyPr>
          <a:lstStyle>
            <a:lvl1pPr algn="ctr">
              <a:lnSpc>
                <a:spcPct val="90000"/>
              </a:lnSpc>
              <a:defRPr sz="4600" b="0" i="0">
                <a:solidFill>
                  <a:srgbClr val="CAD1D2"/>
                </a:solidFill>
                <a:latin typeface="Financier Display"/>
                <a:cs typeface="Financier Display"/>
              </a:defRPr>
            </a:lvl1pPr>
          </a:lstStyle>
          <a:p>
            <a:r>
              <a:rPr lang="en-US"/>
              <a:t>Click to edit Master title style</a:t>
            </a:r>
          </a:p>
        </p:txBody>
      </p:sp>
      <p:sp>
        <p:nvSpPr>
          <p:cNvPr id="16" name="Text Placeholder 10">
            <a:extLst>
              <a:ext uri="{FF2B5EF4-FFF2-40B4-BE49-F238E27FC236}">
                <a16:creationId xmlns:a16="http://schemas.microsoft.com/office/drawing/2014/main" id="{5750BA3A-52DC-41A4-A658-8078E25D0140}"/>
              </a:ext>
            </a:extLst>
          </p:cNvPr>
          <p:cNvSpPr>
            <a:spLocks noGrp="1"/>
          </p:cNvSpPr>
          <p:nvPr>
            <p:ph type="body" sz="quarter" idx="46" hasCustomPrompt="1"/>
          </p:nvPr>
        </p:nvSpPr>
        <p:spPr>
          <a:xfrm>
            <a:off x="8707438" y="4102100"/>
            <a:ext cx="1946276" cy="1590928"/>
          </a:xfrm>
          <a:prstGeom prst="rect">
            <a:avLst/>
          </a:prstGeom>
        </p:spPr>
        <p:txBody>
          <a:bodyPr anchor="t"/>
          <a:lstStyle>
            <a:lvl1pPr marL="7701" algn="r" defTabSz="554492" rtl="0" eaLnBrk="1" latinLnBrk="0" hangingPunct="1">
              <a:lnSpc>
                <a:spcPct val="90000"/>
              </a:lnSpc>
              <a:spcBef>
                <a:spcPts val="0"/>
              </a:spcBef>
              <a:spcAft>
                <a:spcPts val="0"/>
              </a:spcAft>
              <a:defRPr lang="en-US" sz="1700" b="0" i="0" kern="0" dirty="0">
                <a:solidFill>
                  <a:srgbClr val="CAD1D2"/>
                </a:solidFill>
                <a:latin typeface="Calibre-Semibold"/>
                <a:ea typeface="+mj-ea"/>
                <a:cs typeface="Calibre-Semibold"/>
              </a:defRPr>
            </a:lvl1pPr>
            <a:lvl2pPr algn="r">
              <a:lnSpc>
                <a:spcPct val="90000"/>
              </a:lnSpc>
              <a:spcAft>
                <a:spcPts val="0"/>
              </a:spcAft>
              <a:defRPr sz="1700">
                <a:solidFill>
                  <a:srgbClr val="CAD0D2"/>
                </a:solidFill>
                <a:latin typeface="+mn-lt"/>
              </a:defRPr>
            </a:lvl2pPr>
          </a:lstStyle>
          <a:p>
            <a:pPr lvl="0"/>
            <a:r>
              <a:rPr lang="en-US"/>
              <a:t>Name</a:t>
            </a:r>
          </a:p>
          <a:p>
            <a:pPr lvl="1"/>
            <a:r>
              <a:rPr lang="en-US"/>
              <a:t>Title</a:t>
            </a:r>
          </a:p>
        </p:txBody>
      </p:sp>
      <p:sp>
        <p:nvSpPr>
          <p:cNvPr id="14" name="TextBox 13">
            <a:extLst>
              <a:ext uri="{FF2B5EF4-FFF2-40B4-BE49-F238E27FC236}">
                <a16:creationId xmlns:a16="http://schemas.microsoft.com/office/drawing/2014/main" id="{1A4E8BEF-6622-4062-86F9-CE4DE20D0529}"/>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5" name="TextBox 14">
            <a:extLst>
              <a:ext uri="{FF2B5EF4-FFF2-40B4-BE49-F238E27FC236}">
                <a16:creationId xmlns:a16="http://schemas.microsoft.com/office/drawing/2014/main" id="{68AB1674-9492-4197-834A-32CF410DC24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
        <p:nvSpPr>
          <p:cNvPr id="18" name="Opening Quote">
            <a:extLst>
              <a:ext uri="{FF2B5EF4-FFF2-40B4-BE49-F238E27FC236}">
                <a16:creationId xmlns:a16="http://schemas.microsoft.com/office/drawing/2014/main" id="{D6269C3F-E0E2-4BBC-9F9B-F8999172E0EF}"/>
              </a:ext>
              <a:ext uri="{C183D7F6-B498-43B3-948B-1728B52AA6E4}">
                <adec:decorative xmlns:adec="http://schemas.microsoft.com/office/drawing/2017/decorative" val="1"/>
              </a:ext>
            </a:extLst>
          </p:cNvPr>
          <p:cNvSpPr>
            <a:spLocks noChangeAspect="1"/>
          </p:cNvSpPr>
          <p:nvPr userDrawn="1"/>
        </p:nvSpPr>
        <p:spPr>
          <a:xfrm>
            <a:off x="578066" y="2229136"/>
            <a:ext cx="685800" cy="528746"/>
          </a:xfrm>
          <a:custGeom>
            <a:avLst/>
            <a:gdLst>
              <a:gd name="connsiteX0" fmla="*/ 1710404 w 3999618"/>
              <a:gd name="connsiteY0" fmla="*/ 2274623 h 3083671"/>
              <a:gd name="connsiteX1" fmla="*/ 916567 w 3999618"/>
              <a:gd name="connsiteY1" fmla="*/ 3083700 h 3083671"/>
              <a:gd name="connsiteX2" fmla="*/ 619 w 3999618"/>
              <a:gd name="connsiteY2" fmla="*/ 1999827 h 3083671"/>
              <a:gd name="connsiteX3" fmla="*/ 1847850 w 3999618"/>
              <a:gd name="connsiteY3" fmla="*/ 29 h 3083671"/>
              <a:gd name="connsiteX4" fmla="*/ 1908905 w 3999618"/>
              <a:gd name="connsiteY4" fmla="*/ 259585 h 3083671"/>
              <a:gd name="connsiteX5" fmla="*/ 687586 w 3999618"/>
              <a:gd name="connsiteY5" fmla="*/ 1465546 h 3083671"/>
              <a:gd name="connsiteX6" fmla="*/ 1710404 w 3999618"/>
              <a:gd name="connsiteY6" fmla="*/ 2274623 h 3083671"/>
              <a:gd name="connsiteX7" fmla="*/ 3801785 w 3999618"/>
              <a:gd name="connsiteY7" fmla="*/ 2274623 h 3083671"/>
              <a:gd name="connsiteX8" fmla="*/ 3007971 w 3999618"/>
              <a:gd name="connsiteY8" fmla="*/ 3083700 h 3083671"/>
              <a:gd name="connsiteX9" fmla="*/ 2091999 w 3999618"/>
              <a:gd name="connsiteY9" fmla="*/ 1999827 h 3083671"/>
              <a:gd name="connsiteX10" fmla="*/ 3939159 w 3999618"/>
              <a:gd name="connsiteY10" fmla="*/ 29 h 3083671"/>
              <a:gd name="connsiteX11" fmla="*/ 4000238 w 3999618"/>
              <a:gd name="connsiteY11" fmla="*/ 259585 h 3083671"/>
              <a:gd name="connsiteX12" fmla="*/ 2778918 w 3999618"/>
              <a:gd name="connsiteY12" fmla="*/ 1465546 h 3083671"/>
              <a:gd name="connsiteX13" fmla="*/ 3801785 w 3999618"/>
              <a:gd name="connsiteY13" fmla="*/ 2274623 h 30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99618" h="3083671">
                <a:moveTo>
                  <a:pt x="1710404" y="2274623"/>
                </a:moveTo>
                <a:cubicBezTo>
                  <a:pt x="1710404" y="2732585"/>
                  <a:pt x="1328761" y="3083700"/>
                  <a:pt x="916567" y="3083700"/>
                </a:cubicBezTo>
                <a:cubicBezTo>
                  <a:pt x="397454" y="3083700"/>
                  <a:pt x="619" y="2732585"/>
                  <a:pt x="619" y="1999827"/>
                </a:cubicBezTo>
                <a:cubicBezTo>
                  <a:pt x="619" y="1053375"/>
                  <a:pt x="733425" y="167955"/>
                  <a:pt x="1847850" y="29"/>
                </a:cubicBezTo>
                <a:lnTo>
                  <a:pt x="1908905" y="259585"/>
                </a:lnTo>
                <a:cubicBezTo>
                  <a:pt x="1023437" y="473255"/>
                  <a:pt x="687586" y="1068639"/>
                  <a:pt x="687586" y="1465546"/>
                </a:cubicBezTo>
                <a:cubicBezTo>
                  <a:pt x="1176099" y="1358675"/>
                  <a:pt x="1710404" y="1679239"/>
                  <a:pt x="1710404" y="2274623"/>
                </a:cubicBezTo>
                <a:close/>
                <a:moveTo>
                  <a:pt x="3801785" y="2274623"/>
                </a:moveTo>
                <a:cubicBezTo>
                  <a:pt x="3801785" y="2732585"/>
                  <a:pt x="3420142" y="3083700"/>
                  <a:pt x="3007971" y="3083700"/>
                </a:cubicBezTo>
                <a:cubicBezTo>
                  <a:pt x="2488858" y="3083700"/>
                  <a:pt x="2091999" y="2732585"/>
                  <a:pt x="2091999" y="1999827"/>
                </a:cubicBezTo>
                <a:cubicBezTo>
                  <a:pt x="2091999" y="1053375"/>
                  <a:pt x="2824781" y="167955"/>
                  <a:pt x="3939159" y="29"/>
                </a:cubicBezTo>
                <a:lnTo>
                  <a:pt x="4000238" y="259585"/>
                </a:lnTo>
                <a:cubicBezTo>
                  <a:pt x="3114818" y="473255"/>
                  <a:pt x="2778918" y="1068639"/>
                  <a:pt x="2778918" y="1465546"/>
                </a:cubicBezTo>
                <a:cubicBezTo>
                  <a:pt x="3267480" y="1358675"/>
                  <a:pt x="3801785" y="1679239"/>
                  <a:pt x="3801785" y="2274623"/>
                </a:cubicBezTo>
                <a:close/>
              </a:path>
            </a:pathLst>
          </a:custGeom>
          <a:solidFill>
            <a:schemeClr val="accent3"/>
          </a:solidFill>
          <a:ln w="2381" cap="flat">
            <a:noFill/>
            <a:prstDash val="solid"/>
            <a:miter/>
          </a:ln>
        </p:spPr>
        <p:txBody>
          <a:bodyPr rtlCol="0" anchor="ctr"/>
          <a:lstStyle/>
          <a:p>
            <a:endParaRPr lang="en-US"/>
          </a:p>
        </p:txBody>
      </p:sp>
      <p:sp>
        <p:nvSpPr>
          <p:cNvPr id="19" name="Closing Quote">
            <a:extLst>
              <a:ext uri="{FF2B5EF4-FFF2-40B4-BE49-F238E27FC236}">
                <a16:creationId xmlns:a16="http://schemas.microsoft.com/office/drawing/2014/main" id="{9B9B38E5-0096-413E-902E-55D8FAE3C3D7}"/>
              </a:ext>
              <a:ext uri="{C183D7F6-B498-43B3-948B-1728B52AA6E4}">
                <adec:decorative xmlns:adec="http://schemas.microsoft.com/office/drawing/2017/decorative" val="1"/>
              </a:ext>
            </a:extLst>
          </p:cNvPr>
          <p:cNvSpPr>
            <a:spLocks noChangeAspect="1"/>
          </p:cNvSpPr>
          <p:nvPr userDrawn="1"/>
        </p:nvSpPr>
        <p:spPr>
          <a:xfrm>
            <a:off x="11007081" y="4088580"/>
            <a:ext cx="685800" cy="528746"/>
          </a:xfrm>
          <a:custGeom>
            <a:avLst/>
            <a:gdLst>
              <a:gd name="connsiteX0" fmla="*/ 712045 w 923544"/>
              <a:gd name="connsiteY0" fmla="*/ 0 h 712044"/>
              <a:gd name="connsiteX1" fmla="*/ 923544 w 923544"/>
              <a:gd name="connsiteY1" fmla="*/ 250275 h 712044"/>
              <a:gd name="connsiteX2" fmla="*/ 497004 w 923544"/>
              <a:gd name="connsiteY2" fmla="*/ 712044 h 712044"/>
              <a:gd name="connsiteX3" fmla="*/ 482906 w 923544"/>
              <a:gd name="connsiteY3" fmla="*/ 652111 h 712044"/>
              <a:gd name="connsiteX4" fmla="*/ 764918 w 923544"/>
              <a:gd name="connsiteY4" fmla="*/ 373645 h 712044"/>
              <a:gd name="connsiteX5" fmla="*/ 528741 w 923544"/>
              <a:gd name="connsiteY5" fmla="*/ 186823 h 712044"/>
              <a:gd name="connsiteX6" fmla="*/ 712045 w 923544"/>
              <a:gd name="connsiteY6" fmla="*/ 0 h 712044"/>
              <a:gd name="connsiteX7" fmla="*/ 229122 w 923544"/>
              <a:gd name="connsiteY7" fmla="*/ 0 h 712044"/>
              <a:gd name="connsiteX8" fmla="*/ 440628 w 923544"/>
              <a:gd name="connsiteY8" fmla="*/ 250275 h 712044"/>
              <a:gd name="connsiteX9" fmla="*/ 14103 w 923544"/>
              <a:gd name="connsiteY9" fmla="*/ 712044 h 712044"/>
              <a:gd name="connsiteX10" fmla="*/ 0 w 923544"/>
              <a:gd name="connsiteY10" fmla="*/ 652111 h 712044"/>
              <a:gd name="connsiteX11" fmla="*/ 282013 w 923544"/>
              <a:gd name="connsiteY11" fmla="*/ 373645 h 712044"/>
              <a:gd name="connsiteX12" fmla="*/ 45824 w 923544"/>
              <a:gd name="connsiteY12" fmla="*/ 186823 h 712044"/>
              <a:gd name="connsiteX13" fmla="*/ 229122 w 923544"/>
              <a:gd name="connsiteY13" fmla="*/ 0 h 71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44" h="712044">
                <a:moveTo>
                  <a:pt x="712045" y="0"/>
                </a:moveTo>
                <a:cubicBezTo>
                  <a:pt x="831912" y="0"/>
                  <a:pt x="923544" y="81076"/>
                  <a:pt x="923544" y="250275"/>
                </a:cubicBezTo>
                <a:cubicBezTo>
                  <a:pt x="923544" y="468818"/>
                  <a:pt x="754334" y="673269"/>
                  <a:pt x="497004" y="712044"/>
                </a:cubicBezTo>
                <a:lnTo>
                  <a:pt x="482906" y="652111"/>
                </a:lnTo>
                <a:cubicBezTo>
                  <a:pt x="687367" y="602773"/>
                  <a:pt x="764918" y="465294"/>
                  <a:pt x="764918" y="373645"/>
                </a:cubicBezTo>
                <a:cubicBezTo>
                  <a:pt x="652117" y="398322"/>
                  <a:pt x="528741" y="324301"/>
                  <a:pt x="528741" y="186823"/>
                </a:cubicBezTo>
                <a:cubicBezTo>
                  <a:pt x="528741" y="81076"/>
                  <a:pt x="616866" y="0"/>
                  <a:pt x="712045" y="0"/>
                </a:cubicBezTo>
                <a:close/>
                <a:moveTo>
                  <a:pt x="229122" y="0"/>
                </a:moveTo>
                <a:cubicBezTo>
                  <a:pt x="348990" y="0"/>
                  <a:pt x="440628" y="81076"/>
                  <a:pt x="440628" y="250275"/>
                </a:cubicBezTo>
                <a:cubicBezTo>
                  <a:pt x="440628" y="468818"/>
                  <a:pt x="271423" y="673269"/>
                  <a:pt x="14103" y="712044"/>
                </a:cubicBezTo>
                <a:lnTo>
                  <a:pt x="0" y="652111"/>
                </a:lnTo>
                <a:cubicBezTo>
                  <a:pt x="204450" y="602773"/>
                  <a:pt x="282013" y="465294"/>
                  <a:pt x="282013" y="373645"/>
                </a:cubicBezTo>
                <a:cubicBezTo>
                  <a:pt x="169199" y="398322"/>
                  <a:pt x="45824" y="324301"/>
                  <a:pt x="45824" y="186823"/>
                </a:cubicBezTo>
                <a:cubicBezTo>
                  <a:pt x="45824" y="81076"/>
                  <a:pt x="133948" y="0"/>
                  <a:pt x="229122" y="0"/>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45720" bIns="0" rtlCol="0" anchor="ctr">
            <a:noAutofit/>
          </a:bodyPr>
          <a:lstStyle/>
          <a:p>
            <a:pPr algn="ctr">
              <a:spcAft>
                <a:spcPts val="300"/>
              </a:spcAft>
            </a:pPr>
            <a:endParaRPr lang="en-US">
              <a:solidFill>
                <a:schemeClr val="bg1"/>
              </a:solidFill>
            </a:endParaRPr>
          </a:p>
        </p:txBody>
      </p:sp>
    </p:spTree>
    <p:extLst>
      <p:ext uri="{BB962C8B-B14F-4D97-AF65-F5344CB8AC3E}">
        <p14:creationId xmlns:p14="http://schemas.microsoft.com/office/powerpoint/2010/main" val="33349063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 Quote 1">
    <p:bg>
      <p:bgPr>
        <a:solidFill>
          <a:schemeClr val="tx1"/>
        </a:solidFill>
        <a:effectLst/>
      </p:bgPr>
    </p:bg>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511175" y="457200"/>
            <a:ext cx="9118600" cy="5943600"/>
          </a:xfrm>
          <a:prstGeom prst="rect">
            <a:avLst/>
          </a:prstGeom>
          <a:noFill/>
        </p:spPr>
        <p:txBody>
          <a:bodyPr/>
          <a:lstStyle>
            <a:lvl1pPr>
              <a:defRPr>
                <a:solidFill>
                  <a:schemeClr val="bg1"/>
                </a:solidFill>
              </a:defRPr>
            </a:lvl1pPr>
          </a:lstStyle>
          <a:p>
            <a:r>
              <a:rPr lang="en-US"/>
              <a:t>Click icon to add picture</a:t>
            </a:r>
          </a:p>
        </p:txBody>
      </p:sp>
      <p:sp>
        <p:nvSpPr>
          <p:cNvPr id="3" name="Text Placeholder 2">
            <a:extLst>
              <a:ext uri="{FF2B5EF4-FFF2-40B4-BE49-F238E27FC236}">
                <a16:creationId xmlns:a16="http://schemas.microsoft.com/office/drawing/2014/main" id="{B0E5166B-DE21-4C78-873E-E08181E53E4F}"/>
              </a:ext>
            </a:extLst>
          </p:cNvPr>
          <p:cNvSpPr>
            <a:spLocks noGrp="1"/>
          </p:cNvSpPr>
          <p:nvPr>
            <p:ph type="body" sz="quarter" idx="13"/>
          </p:nvPr>
        </p:nvSpPr>
        <p:spPr>
          <a:xfrm>
            <a:off x="9731375" y="1596707"/>
            <a:ext cx="1947863" cy="3024188"/>
          </a:xfrm>
        </p:spPr>
        <p:txBody>
          <a:bodyPr tIns="0"/>
          <a:lstStyle>
            <a:lvl1pPr>
              <a:defRPr sz="1800">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276E0B12-C8A6-47ED-AC2C-173E6E8D0380}"/>
              </a:ext>
            </a:extLst>
          </p:cNvPr>
          <p:cNvSpPr>
            <a:spLocks noGrp="1"/>
          </p:cNvSpPr>
          <p:nvPr>
            <p:ph type="body" sz="quarter" idx="46" hasCustomPrompt="1"/>
          </p:nvPr>
        </p:nvSpPr>
        <p:spPr>
          <a:xfrm>
            <a:off x="9731375" y="4727575"/>
            <a:ext cx="1687299" cy="1590928"/>
          </a:xfrm>
          <a:prstGeom prst="rect">
            <a:avLst/>
          </a:prstGeom>
        </p:spPr>
        <p:txBody>
          <a:bodyPr anchor="t"/>
          <a:lstStyle>
            <a:lvl1pPr marL="7701" algn="l" defTabSz="554492" rtl="0" eaLnBrk="1" latinLnBrk="0" hangingPunct="1">
              <a:lnSpc>
                <a:spcPct val="90000"/>
              </a:lnSpc>
              <a:spcBef>
                <a:spcPts val="0"/>
              </a:spcBef>
              <a:spcAft>
                <a:spcPts val="0"/>
              </a:spcAft>
              <a:defRPr lang="en-US" sz="1600" b="0" i="0" kern="0" dirty="0">
                <a:solidFill>
                  <a:srgbClr val="CAD1D2"/>
                </a:solidFill>
                <a:latin typeface="Calibre-Semibold"/>
                <a:ea typeface="+mj-ea"/>
                <a:cs typeface="Calibre-Semibold"/>
              </a:defRPr>
            </a:lvl1pPr>
            <a:lvl2pPr>
              <a:lnSpc>
                <a:spcPct val="90000"/>
              </a:lnSpc>
              <a:spcAft>
                <a:spcPts val="0"/>
              </a:spcAft>
              <a:defRPr sz="1600">
                <a:solidFill>
                  <a:srgbClr val="CAD0D2"/>
                </a:solidFill>
                <a:latin typeface="+mn-lt"/>
              </a:defRPr>
            </a:lvl2pPr>
          </a:lstStyle>
          <a:p>
            <a:pPr lvl="0"/>
            <a:r>
              <a:rPr lang="en-US"/>
              <a:t>Name</a:t>
            </a:r>
          </a:p>
          <a:p>
            <a:pPr lvl="1"/>
            <a:r>
              <a:rPr lang="en-US"/>
              <a:t>Title</a:t>
            </a:r>
          </a:p>
        </p:txBody>
      </p:sp>
      <p:sp>
        <p:nvSpPr>
          <p:cNvPr id="7" name="TextBox 6">
            <a:extLst>
              <a:ext uri="{FF2B5EF4-FFF2-40B4-BE49-F238E27FC236}">
                <a16:creationId xmlns:a16="http://schemas.microsoft.com/office/drawing/2014/main" id="{EB320D00-2ED6-4A6C-A2ED-CAFB5F812F66}"/>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TextBox 7">
            <a:extLst>
              <a:ext uri="{FF2B5EF4-FFF2-40B4-BE49-F238E27FC236}">
                <a16:creationId xmlns:a16="http://schemas.microsoft.com/office/drawing/2014/main" id="{0C2A81BA-DBC2-4E69-AE9E-2D54F2C02D04}"/>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5788725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Image Quote 2">
    <p:bg>
      <p:bgPr>
        <a:solidFill>
          <a:schemeClr val="tx1"/>
        </a:solidFill>
        <a:effectLst/>
      </p:bgPr>
    </p:bg>
    <p:spTree>
      <p:nvGrpSpPr>
        <p:cNvPr id="1" name=""/>
        <p:cNvGrpSpPr/>
        <p:nvPr/>
      </p:nvGrpSpPr>
      <p:grpSpPr>
        <a:xfrm>
          <a:off x="0" y="0"/>
          <a:ext cx="0" cy="0"/>
          <a:chOff x="0" y="0"/>
          <a:chExt cx="0" cy="0"/>
        </a:xfrm>
      </p:grpSpPr>
      <p:cxnSp>
        <p:nvCxnSpPr>
          <p:cNvPr id="9" name="Line of Sight">
            <a:extLst>
              <a:ext uri="{FF2B5EF4-FFF2-40B4-BE49-F238E27FC236}">
                <a16:creationId xmlns:a16="http://schemas.microsoft.com/office/drawing/2014/main" id="{E1DD74FA-C762-48A2-89CD-3EF7EAB9017C}"/>
              </a:ext>
              <a:ext uri="{C183D7F6-B498-43B3-948B-1728B52AA6E4}">
                <adec:decorative xmlns:adec="http://schemas.microsoft.com/office/drawing/2017/decorative" val="1"/>
              </a:ext>
            </a:extLst>
          </p:cNvPr>
          <p:cNvCxnSpPr>
            <a:cxnSpLocks/>
          </p:cNvCxnSpPr>
          <p:nvPr userDrawn="1"/>
        </p:nvCxnSpPr>
        <p:spPr>
          <a:xfrm flipH="1">
            <a:off x="3584575" y="606041"/>
            <a:ext cx="399732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1" name="Title 16">
            <a:extLst>
              <a:ext uri="{FF2B5EF4-FFF2-40B4-BE49-F238E27FC236}">
                <a16:creationId xmlns:a16="http://schemas.microsoft.com/office/drawing/2014/main" id="{3FFE17E8-D69A-4AEE-8B9D-1B946AA990F9}"/>
              </a:ext>
            </a:extLst>
          </p:cNvPr>
          <p:cNvSpPr>
            <a:spLocks noGrp="1"/>
          </p:cNvSpPr>
          <p:nvPr>
            <p:ph type="title" hasCustomPrompt="1"/>
          </p:nvPr>
        </p:nvSpPr>
        <p:spPr>
          <a:xfrm>
            <a:off x="8194674" y="338012"/>
            <a:ext cx="3484564" cy="5076711"/>
          </a:xfrm>
        </p:spPr>
        <p:txBody>
          <a:bodyPr tIns="0"/>
          <a:lstStyle>
            <a:lvl1pPr marL="268288" indent="-268288">
              <a:lnSpc>
                <a:spcPct val="88000"/>
              </a:lnSpc>
              <a:defRPr sz="6600">
                <a:solidFill>
                  <a:srgbClr val="CAD1D2"/>
                </a:solidFill>
              </a:defRPr>
            </a:lvl1pPr>
          </a:lstStyle>
          <a:p>
            <a:r>
              <a:rPr lang="en-US"/>
              <a:t>“Click to edit Master title style</a:t>
            </a:r>
          </a:p>
        </p:txBody>
      </p:sp>
      <p:sp>
        <p:nvSpPr>
          <p:cNvPr id="7" name="Text Placeholder 10">
            <a:extLst>
              <a:ext uri="{FF2B5EF4-FFF2-40B4-BE49-F238E27FC236}">
                <a16:creationId xmlns:a16="http://schemas.microsoft.com/office/drawing/2014/main" id="{10616811-862F-4B2B-8023-56408E854F51}"/>
              </a:ext>
            </a:extLst>
          </p:cNvPr>
          <p:cNvSpPr>
            <a:spLocks noGrp="1"/>
          </p:cNvSpPr>
          <p:nvPr>
            <p:ph type="body" sz="quarter" idx="46" hasCustomPrompt="1"/>
          </p:nvPr>
        </p:nvSpPr>
        <p:spPr>
          <a:xfrm>
            <a:off x="512762" y="435258"/>
            <a:ext cx="1946276" cy="1590928"/>
          </a:xfrm>
          <a:prstGeom prst="rect">
            <a:avLst/>
          </a:prstGeom>
        </p:spPr>
        <p:txBody>
          <a:bodyPr anchor="t"/>
          <a:lstStyle>
            <a:lvl1pPr marL="7701" algn="l" defTabSz="554492" rtl="0" eaLnBrk="1" latinLnBrk="0" hangingPunct="1">
              <a:lnSpc>
                <a:spcPct val="90000"/>
              </a:lnSpc>
              <a:spcBef>
                <a:spcPts val="0"/>
              </a:spcBef>
              <a:spcAft>
                <a:spcPts val="0"/>
              </a:spcAft>
              <a:defRPr lang="en-US" sz="1700" b="0" i="0" kern="0" dirty="0">
                <a:solidFill>
                  <a:srgbClr val="CAD1D2"/>
                </a:solidFill>
                <a:latin typeface="Calibre-Semibold"/>
                <a:ea typeface="+mj-ea"/>
                <a:cs typeface="Calibre-Semibold"/>
              </a:defRPr>
            </a:lvl1pPr>
            <a:lvl2pPr>
              <a:lnSpc>
                <a:spcPct val="90000"/>
              </a:lnSpc>
              <a:spcAft>
                <a:spcPts val="0"/>
              </a:spcAft>
              <a:defRPr sz="1700">
                <a:solidFill>
                  <a:srgbClr val="CAD0D2"/>
                </a:solidFill>
                <a:latin typeface="+mn-lt"/>
              </a:defRPr>
            </a:lvl2pPr>
          </a:lstStyle>
          <a:p>
            <a:pPr lvl="0"/>
            <a:r>
              <a:rPr lang="en-US"/>
              <a:t>Name</a:t>
            </a:r>
          </a:p>
          <a:p>
            <a:pPr lvl="1"/>
            <a:r>
              <a:rPr lang="en-US"/>
              <a:t>Title</a:t>
            </a:r>
          </a:p>
        </p:txBody>
      </p:sp>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3584575" y="1596706"/>
            <a:ext cx="3997325" cy="4785043"/>
          </a:xfrm>
          <a:prstGeom prst="rect">
            <a:avLst/>
          </a:prstGeom>
          <a:noFill/>
        </p:spPr>
        <p:txBody>
          <a:bodyPr/>
          <a:lstStyle>
            <a:lvl1pPr>
              <a:defRPr>
                <a:solidFill>
                  <a:schemeClr val="bg1"/>
                </a:solidFill>
              </a:defRPr>
            </a:lvl1pPr>
          </a:lstStyle>
          <a:p>
            <a:r>
              <a:rPr lang="en-US"/>
              <a:t>Click icon to add picture</a:t>
            </a:r>
          </a:p>
        </p:txBody>
      </p:sp>
      <p:sp>
        <p:nvSpPr>
          <p:cNvPr id="8" name="TextBox 7">
            <a:extLst>
              <a:ext uri="{FF2B5EF4-FFF2-40B4-BE49-F238E27FC236}">
                <a16:creationId xmlns:a16="http://schemas.microsoft.com/office/drawing/2014/main" id="{248A47BC-4AFE-4833-ACB5-0154C03F0E07}"/>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3" name="TextBox 12">
            <a:extLst>
              <a:ext uri="{FF2B5EF4-FFF2-40B4-BE49-F238E27FC236}">
                <a16:creationId xmlns:a16="http://schemas.microsoft.com/office/drawing/2014/main" id="{79F49699-A770-49B7-92AD-617393C26B91}"/>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33927518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Image Quote 3">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709320-8D2C-4D88-9E95-6858D92266C0}"/>
              </a:ext>
            </a:extLst>
          </p:cNvPr>
          <p:cNvSpPr>
            <a:spLocks noGrp="1"/>
          </p:cNvSpPr>
          <p:nvPr>
            <p:ph type="title"/>
          </p:nvPr>
        </p:nvSpPr>
        <p:spPr>
          <a:xfrm>
            <a:off x="3584574" y="352425"/>
            <a:ext cx="8094661" cy="3024188"/>
          </a:xfrm>
        </p:spPr>
        <p:txBody>
          <a:bodyPr/>
          <a:lstStyle>
            <a:lvl1pPr>
              <a:defRPr sz="4800">
                <a:solidFill>
                  <a:srgbClr val="CAD1D2"/>
                </a:solidFill>
              </a:defRPr>
            </a:lvl1pPr>
          </a:lstStyle>
          <a:p>
            <a:r>
              <a:rPr lang="en-US"/>
              <a:t>Click to edit Master title style</a:t>
            </a:r>
          </a:p>
        </p:txBody>
      </p:sp>
      <p:sp>
        <p:nvSpPr>
          <p:cNvPr id="9" name="Text Placeholder 10">
            <a:extLst>
              <a:ext uri="{FF2B5EF4-FFF2-40B4-BE49-F238E27FC236}">
                <a16:creationId xmlns:a16="http://schemas.microsoft.com/office/drawing/2014/main" id="{276E0B12-C8A6-47ED-AC2C-173E6E8D0380}"/>
              </a:ext>
            </a:extLst>
          </p:cNvPr>
          <p:cNvSpPr>
            <a:spLocks noGrp="1"/>
          </p:cNvSpPr>
          <p:nvPr>
            <p:ph type="body" sz="quarter" idx="46" hasCustomPrompt="1"/>
          </p:nvPr>
        </p:nvSpPr>
        <p:spPr>
          <a:xfrm>
            <a:off x="511175" y="1596707"/>
            <a:ext cx="1936443" cy="528956"/>
          </a:xfrm>
          <a:prstGeom prst="rect">
            <a:avLst/>
          </a:prstGeom>
        </p:spPr>
        <p:txBody>
          <a:bodyPr anchor="t"/>
          <a:lstStyle>
            <a:lvl1pPr marL="7701" algn="l" defTabSz="554492" rtl="0" eaLnBrk="1" latinLnBrk="0" hangingPunct="1">
              <a:lnSpc>
                <a:spcPct val="90000"/>
              </a:lnSpc>
              <a:spcBef>
                <a:spcPts val="0"/>
              </a:spcBef>
              <a:spcAft>
                <a:spcPts val="0"/>
              </a:spcAft>
              <a:defRPr lang="en-US" sz="1600" b="0" i="0" kern="0" dirty="0">
                <a:solidFill>
                  <a:srgbClr val="CAD1D2"/>
                </a:solidFill>
                <a:latin typeface="Calibre-Semibold"/>
                <a:ea typeface="+mj-ea"/>
                <a:cs typeface="Calibre-Semibold"/>
              </a:defRPr>
            </a:lvl1pPr>
            <a:lvl2pPr>
              <a:lnSpc>
                <a:spcPct val="90000"/>
              </a:lnSpc>
              <a:spcAft>
                <a:spcPts val="0"/>
              </a:spcAft>
              <a:defRPr sz="1600">
                <a:solidFill>
                  <a:srgbClr val="CAD0D2"/>
                </a:solidFill>
                <a:latin typeface="+mn-lt"/>
              </a:defRPr>
            </a:lvl2pPr>
          </a:lstStyle>
          <a:p>
            <a:pPr lvl="0"/>
            <a:r>
              <a:rPr lang="en-US"/>
              <a:t>Name</a:t>
            </a:r>
          </a:p>
          <a:p>
            <a:pPr lvl="1"/>
            <a:r>
              <a:rPr lang="en-US"/>
              <a:t>Title</a:t>
            </a:r>
          </a:p>
        </p:txBody>
      </p:sp>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3584575" y="3478212"/>
            <a:ext cx="8094662" cy="2925763"/>
          </a:xfrm>
          <a:prstGeom prst="rect">
            <a:avLst/>
          </a:prstGeom>
          <a:noFill/>
        </p:spPr>
        <p:txBody>
          <a:bodyPr/>
          <a:lstStyle>
            <a:lvl1pPr>
              <a:defRPr>
                <a:solidFill>
                  <a:schemeClr val="bg1"/>
                </a:solidFill>
              </a:defRPr>
            </a:lvl1pPr>
          </a:lstStyle>
          <a:p>
            <a:r>
              <a:rPr lang="en-US"/>
              <a:t>Click icon to add picture</a:t>
            </a:r>
          </a:p>
        </p:txBody>
      </p:sp>
      <p:sp>
        <p:nvSpPr>
          <p:cNvPr id="8" name="TextBox 7">
            <a:extLst>
              <a:ext uri="{FF2B5EF4-FFF2-40B4-BE49-F238E27FC236}">
                <a16:creationId xmlns:a16="http://schemas.microsoft.com/office/drawing/2014/main" id="{0A99D6D6-2157-4BE4-A5C3-158FE0F3F650}"/>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0" name="TextBox 9">
            <a:extLst>
              <a:ext uri="{FF2B5EF4-FFF2-40B4-BE49-F238E27FC236}">
                <a16:creationId xmlns:a16="http://schemas.microsoft.com/office/drawing/2014/main" id="{84D951DE-5457-4F9D-993C-32430D8FDF76}"/>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9996330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No. 1">
    <p:bg>
      <p:bgPr>
        <a:solidFill>
          <a:schemeClr val="tx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97178FD-4744-484F-9480-31F8AEE60AFF}"/>
              </a:ext>
            </a:extLst>
          </p:cNvPr>
          <p:cNvSpPr>
            <a:spLocks noGrp="1"/>
          </p:cNvSpPr>
          <p:nvPr>
            <p:ph type="body" sz="quarter" idx="34"/>
          </p:nvPr>
        </p:nvSpPr>
        <p:spPr>
          <a:xfrm>
            <a:off x="1536700" y="1601788"/>
            <a:ext cx="4508500" cy="1149350"/>
          </a:xfrm>
        </p:spPr>
        <p:txBody>
          <a:bodyPr/>
          <a:lstStyle>
            <a:lvl1pPr>
              <a:defRPr>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4">
            <a:extLst>
              <a:ext uri="{FF2B5EF4-FFF2-40B4-BE49-F238E27FC236}">
                <a16:creationId xmlns:a16="http://schemas.microsoft.com/office/drawing/2014/main" id="{8546D87C-2B93-704D-87D6-29E80BEE7F1A}"/>
              </a:ext>
            </a:extLst>
          </p:cNvPr>
          <p:cNvSpPr>
            <a:spLocks noGrp="1"/>
          </p:cNvSpPr>
          <p:nvPr>
            <p:ph type="body" sz="quarter" idx="30" hasCustomPrompt="1"/>
          </p:nvPr>
        </p:nvSpPr>
        <p:spPr>
          <a:xfrm>
            <a:off x="1536704" y="4969531"/>
            <a:ext cx="10142534" cy="650816"/>
          </a:xfrm>
          <a:prstGeom prst="rect">
            <a:avLst/>
          </a:prstGeom>
        </p:spPr>
        <p:txBody>
          <a:bodyPr/>
          <a:lstStyle>
            <a:lvl1pPr algn="l">
              <a:lnSpc>
                <a:spcPts val="2971"/>
              </a:lnSpc>
              <a:defRPr lang="en-US" sz="12000" kern="1200" spc="42" baseline="0" dirty="0">
                <a:solidFill>
                  <a:srgbClr val="CAD1D2"/>
                </a:solidFill>
                <a:latin typeface="Calibre-Light"/>
                <a:ea typeface="+mn-ea"/>
                <a:cs typeface="Calibre-Light"/>
              </a:defRPr>
            </a:lvl1pPr>
          </a:lstStyle>
          <a:p>
            <a:pPr lvl="0"/>
            <a:r>
              <a:rPr lang="en-US"/>
              <a:t>£1,004,0000p/m</a:t>
            </a:r>
          </a:p>
        </p:txBody>
      </p:sp>
      <p:cxnSp>
        <p:nvCxnSpPr>
          <p:cNvPr id="17" name="Line of Sight">
            <a:extLst>
              <a:ext uri="{FF2B5EF4-FFF2-40B4-BE49-F238E27FC236}">
                <a16:creationId xmlns:a16="http://schemas.microsoft.com/office/drawing/2014/main" id="{B158D830-F1AA-43AE-93A1-33D9E775437C}"/>
              </a:ext>
              <a:ext uri="{C183D7F6-B498-43B3-948B-1728B52AA6E4}">
                <adec:decorative xmlns:adec="http://schemas.microsoft.com/office/drawing/2017/decorative" val="1"/>
              </a:ext>
            </a:extLst>
          </p:cNvPr>
          <p:cNvCxnSpPr>
            <a:cxnSpLocks/>
          </p:cNvCxnSpPr>
          <p:nvPr userDrawn="1"/>
        </p:nvCxnSpPr>
        <p:spPr>
          <a:xfrm>
            <a:off x="922338" y="1712686"/>
            <a:ext cx="0" cy="3538766"/>
          </a:xfrm>
          <a:prstGeom prst="line">
            <a:avLst/>
          </a:prstGeom>
          <a:ln w="50800">
            <a:solidFill>
              <a:srgbClr val="17E89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912BE8A-B929-433E-BD03-CC8DBBEDE67B}"/>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0" name="TextBox 9">
            <a:extLst>
              <a:ext uri="{FF2B5EF4-FFF2-40B4-BE49-F238E27FC236}">
                <a16:creationId xmlns:a16="http://schemas.microsoft.com/office/drawing/2014/main" id="{8043A06C-F7F1-4C24-B615-6BA883809D88}"/>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36257316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No. 2">
    <p:bg>
      <p:bgPr>
        <a:solidFill>
          <a:schemeClr val="tx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97178FD-4744-484F-9480-31F8AEE60AFF}"/>
              </a:ext>
            </a:extLst>
          </p:cNvPr>
          <p:cNvSpPr>
            <a:spLocks noGrp="1"/>
          </p:cNvSpPr>
          <p:nvPr>
            <p:ph type="body" sz="quarter" idx="34"/>
          </p:nvPr>
        </p:nvSpPr>
        <p:spPr>
          <a:xfrm>
            <a:off x="1023938" y="1598512"/>
            <a:ext cx="3484562" cy="1149350"/>
          </a:xfrm>
        </p:spPr>
        <p:txBody>
          <a:bodyPr/>
          <a:lstStyle>
            <a:lvl1pPr>
              <a:defRPr>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4">
            <a:extLst>
              <a:ext uri="{FF2B5EF4-FFF2-40B4-BE49-F238E27FC236}">
                <a16:creationId xmlns:a16="http://schemas.microsoft.com/office/drawing/2014/main" id="{C172DE9B-13AA-4E87-8426-7B7B0BD7AA01}"/>
              </a:ext>
            </a:extLst>
          </p:cNvPr>
          <p:cNvSpPr>
            <a:spLocks noGrp="1"/>
          </p:cNvSpPr>
          <p:nvPr>
            <p:ph type="body" sz="quarter" idx="30" hasCustomPrompt="1"/>
          </p:nvPr>
        </p:nvSpPr>
        <p:spPr>
          <a:xfrm>
            <a:off x="1023938" y="3873428"/>
            <a:ext cx="10210089" cy="1199953"/>
          </a:xfrm>
          <a:prstGeom prst="rect">
            <a:avLst/>
          </a:prstGeom>
        </p:spPr>
        <p:txBody>
          <a:bodyPr anchor="ctr"/>
          <a:lstStyle>
            <a:lvl1pPr algn="r">
              <a:lnSpc>
                <a:spcPct val="100000"/>
              </a:lnSpc>
              <a:spcAft>
                <a:spcPts val="0"/>
              </a:spcAft>
              <a:defRPr lang="en-US" sz="28000" kern="1200" spc="-154" dirty="0">
                <a:solidFill>
                  <a:srgbClr val="CCCDCB"/>
                </a:solidFill>
                <a:latin typeface="Calibre-Light"/>
                <a:ea typeface="+mn-ea"/>
                <a:cs typeface="Calibre-Light"/>
              </a:defRPr>
            </a:lvl1pPr>
          </a:lstStyle>
          <a:p>
            <a:pPr lvl="0"/>
            <a:r>
              <a:rPr lang="en-US"/>
              <a:t>45K</a:t>
            </a:r>
          </a:p>
        </p:txBody>
      </p:sp>
      <p:cxnSp>
        <p:nvCxnSpPr>
          <p:cNvPr id="13" name="Line of Sight">
            <a:extLst>
              <a:ext uri="{FF2B5EF4-FFF2-40B4-BE49-F238E27FC236}">
                <a16:creationId xmlns:a16="http://schemas.microsoft.com/office/drawing/2014/main" id="{A9F57267-6257-4906-B429-8DBD08BB396D}"/>
              </a:ext>
              <a:ext uri="{C183D7F6-B498-43B3-948B-1728B52AA6E4}">
                <adec:decorative xmlns:adec="http://schemas.microsoft.com/office/drawing/2017/decorative" val="1"/>
              </a:ext>
            </a:extLst>
          </p:cNvPr>
          <p:cNvCxnSpPr>
            <a:cxnSpLocks/>
          </p:cNvCxnSpPr>
          <p:nvPr userDrawn="1"/>
        </p:nvCxnSpPr>
        <p:spPr>
          <a:xfrm flipV="1">
            <a:off x="1023938" y="3084373"/>
            <a:ext cx="10142539" cy="1"/>
          </a:xfrm>
          <a:prstGeom prst="line">
            <a:avLst/>
          </a:prstGeom>
          <a:ln w="50800">
            <a:solidFill>
              <a:srgbClr val="17E89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46F7BD-D621-4658-8FD4-E7F7670762AE}"/>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10" name="TextBox 9">
            <a:extLst>
              <a:ext uri="{FF2B5EF4-FFF2-40B4-BE49-F238E27FC236}">
                <a16:creationId xmlns:a16="http://schemas.microsoft.com/office/drawing/2014/main" id="{FEDB3B94-AC59-415F-B266-7727818737D8}"/>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5576101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42EDB4F2-7D75-4BAC-93D5-85009027436B}"/>
              </a:ext>
            </a:extLst>
          </p:cNvPr>
          <p:cNvSpPr>
            <a:spLocks noGrp="1"/>
          </p:cNvSpPr>
          <p:nvPr>
            <p:ph type="pic" sz="quarter" idx="10"/>
          </p:nvPr>
        </p:nvSpPr>
        <p:spPr>
          <a:xfrm>
            <a:off x="-7412" y="0"/>
            <a:ext cx="12199412" cy="6858000"/>
          </a:xfrm>
          <a:solidFill>
            <a:schemeClr val="accent6"/>
          </a:solidFill>
        </p:spPr>
        <p:txBody>
          <a:bodyPr/>
          <a:lstStyle/>
          <a:p>
            <a:r>
              <a:rPr lang="en-US"/>
              <a:t>Click icon to add picture</a:t>
            </a:r>
          </a:p>
        </p:txBody>
      </p:sp>
      <p:sp>
        <p:nvSpPr>
          <p:cNvPr id="6" name="TextBox 5">
            <a:extLst>
              <a:ext uri="{FF2B5EF4-FFF2-40B4-BE49-F238E27FC236}">
                <a16:creationId xmlns:a16="http://schemas.microsoft.com/office/drawing/2014/main" id="{EF6DEBCB-FF96-4C09-8941-8A58FB267920}"/>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7" name="TextBox 6">
            <a:extLst>
              <a:ext uri="{FF2B5EF4-FFF2-40B4-BE49-F238E27FC236}">
                <a16:creationId xmlns:a16="http://schemas.microsoft.com/office/drawing/2014/main" id="{53C6E8C5-BE2F-4571-ADEA-9668A775F670}"/>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6781107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5" y="452438"/>
            <a:ext cx="9118600" cy="5953124"/>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10244138" y="4102100"/>
            <a:ext cx="1435100" cy="2303462"/>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35545970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4" y="2227262"/>
            <a:ext cx="2971801" cy="4176713"/>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352425"/>
            <a:ext cx="1444625" cy="1781175"/>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657975" y="0"/>
            <a:ext cx="5534025" cy="6858000"/>
          </a:xfrm>
        </p:spPr>
        <p:txBody>
          <a:bodyPr/>
          <a:lstStyle/>
          <a:p>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2047875" y="352425"/>
            <a:ext cx="1435100" cy="1781175"/>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37699674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4" y="2852738"/>
            <a:ext cx="5534025" cy="3529011"/>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352425"/>
            <a:ext cx="1444625" cy="23987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146803" y="2852738"/>
            <a:ext cx="5532435" cy="3529012"/>
          </a:xfrm>
        </p:spPr>
        <p:txBody>
          <a:bodyPr/>
          <a:lstStyle/>
          <a:p>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352425"/>
            <a:ext cx="1435100" cy="23987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8670910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4">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3" y="452437"/>
            <a:ext cx="4507992" cy="2929255"/>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20660" y="452438"/>
            <a:ext cx="923544" cy="199339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7170738" y="452437"/>
            <a:ext cx="4507992" cy="2929255"/>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5699" y="452438"/>
            <a:ext cx="923544" cy="199339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511173" y="3474719"/>
            <a:ext cx="4507992" cy="2929255"/>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5120660" y="3474720"/>
            <a:ext cx="923544" cy="199339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8" name="Content Placeholder 4">
            <a:extLst>
              <a:ext uri="{FF2B5EF4-FFF2-40B4-BE49-F238E27FC236}">
                <a16:creationId xmlns:a16="http://schemas.microsoft.com/office/drawing/2014/main" id="{07C2A20F-693D-463A-87C3-53A3DDC5B708}"/>
              </a:ext>
            </a:extLst>
          </p:cNvPr>
          <p:cNvSpPr>
            <a:spLocks noGrp="1"/>
          </p:cNvSpPr>
          <p:nvPr>
            <p:ph sz="quarter" idx="16" hasCustomPrompt="1"/>
          </p:nvPr>
        </p:nvSpPr>
        <p:spPr>
          <a:xfrm>
            <a:off x="6146800" y="3474720"/>
            <a:ext cx="922338" cy="199339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1" name="Picture Placeholder 4">
            <a:extLst>
              <a:ext uri="{FF2B5EF4-FFF2-40B4-BE49-F238E27FC236}">
                <a16:creationId xmlns:a16="http://schemas.microsoft.com/office/drawing/2014/main" id="{A08E27B9-492C-4EAD-9166-6BBEB06B7314}"/>
              </a:ext>
            </a:extLst>
          </p:cNvPr>
          <p:cNvSpPr>
            <a:spLocks noGrp="1"/>
          </p:cNvSpPr>
          <p:nvPr>
            <p:ph type="pic" sz="quarter" idx="17"/>
          </p:nvPr>
        </p:nvSpPr>
        <p:spPr>
          <a:xfrm>
            <a:off x="7170738" y="3474719"/>
            <a:ext cx="4507992" cy="2929255"/>
          </a:xfrm>
        </p:spPr>
        <p:txBody>
          <a:bodyPr/>
          <a:lstStyle/>
          <a:p>
            <a:r>
              <a:rPr lang="en-US"/>
              <a:t>Click icon to add picture</a:t>
            </a:r>
          </a:p>
        </p:txBody>
      </p:sp>
    </p:spTree>
    <p:extLst>
      <p:ext uri="{BB962C8B-B14F-4D97-AF65-F5344CB8AC3E}">
        <p14:creationId xmlns:p14="http://schemas.microsoft.com/office/powerpoint/2010/main" val="20025332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5">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4" y="452439"/>
            <a:ext cx="5534025" cy="3548061"/>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4727574"/>
            <a:ext cx="1444625" cy="1676401"/>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146803" y="452439"/>
            <a:ext cx="5532435" cy="3548062"/>
          </a:xfrm>
        </p:spPr>
        <p:txBody>
          <a:bodyPr/>
          <a:lstStyle/>
          <a:p>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4727574"/>
            <a:ext cx="1435100" cy="1676401"/>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182973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hoto Layout 6">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2560638" y="454025"/>
            <a:ext cx="9118600" cy="5949950"/>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2762" y="1601787"/>
            <a:ext cx="1435100" cy="4802187"/>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8694026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hoto Layout 7">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5" y="454025"/>
            <a:ext cx="3997326" cy="5949948"/>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4600573" y="454025"/>
            <a:ext cx="1444625" cy="22971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7681912" y="454025"/>
            <a:ext cx="3997326" cy="5949950"/>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454025"/>
            <a:ext cx="1435100" cy="22971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3739019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Layout 8">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4" y="2227262"/>
            <a:ext cx="2971801" cy="4176713"/>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452438"/>
            <a:ext cx="1444625" cy="1657350"/>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4610101" y="2227262"/>
            <a:ext cx="2971800" cy="4176713"/>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4610100" y="452438"/>
            <a:ext cx="1435100" cy="1657350"/>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8707438" y="2227263"/>
            <a:ext cx="2971800" cy="4176713"/>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8707438" y="452438"/>
            <a:ext cx="1435100" cy="1657350"/>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12042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Layout 9">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4" y="2227262"/>
            <a:ext cx="2971801" cy="1773237"/>
          </a:xfrm>
        </p:spPr>
        <p:txBody>
          <a:bodyPr/>
          <a:lstStyle>
            <a:lvl1pPr>
              <a:defRPr/>
            </a:lvl1pPr>
          </a:lstStyle>
          <a:p>
            <a:r>
              <a:rPr lang="en-US"/>
              <a:t>Click icon to add picture</a:t>
            </a:r>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452438"/>
            <a:ext cx="1444625" cy="1673225"/>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4610101" y="2227262"/>
            <a:ext cx="2971800" cy="177323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4610100" y="452438"/>
            <a:ext cx="1435100" cy="1673225"/>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8707438" y="2227263"/>
            <a:ext cx="2971800" cy="177323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8707438" y="452438"/>
            <a:ext cx="1435100" cy="1673225"/>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35251689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Dark Photo Layout 1">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452438"/>
            <a:ext cx="9118600" cy="5953124"/>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10244138" y="4102099"/>
            <a:ext cx="1436687" cy="2301875"/>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8949106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ark Photo Layout 2">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227262"/>
            <a:ext cx="2971800" cy="4176713"/>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352425"/>
            <a:ext cx="1436687" cy="1776664"/>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657975" y="0"/>
            <a:ext cx="5534025" cy="6858000"/>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2047875" y="352425"/>
            <a:ext cx="1435100" cy="1781175"/>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34607315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ark Photo Layout 3">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852736"/>
            <a:ext cx="5534024" cy="3551237"/>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352425"/>
            <a:ext cx="1436687" cy="2396056"/>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146804" y="2852737"/>
            <a:ext cx="5534022" cy="3551238"/>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4" y="352425"/>
            <a:ext cx="1435100" cy="2402140"/>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36814258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ark Photo Layout 4">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452438"/>
            <a:ext cx="4507992" cy="2925762"/>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20047" y="452438"/>
            <a:ext cx="923544" cy="199339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7168896" y="452438"/>
            <a:ext cx="4507992" cy="2925762"/>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4471" y="452438"/>
            <a:ext cx="923544" cy="199339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511683" y="3493198"/>
            <a:ext cx="4507992" cy="2907792"/>
          </a:xfrm>
        </p:spPr>
        <p:txBody>
          <a:bodyPr/>
          <a:lstStyle>
            <a:lvl1pPr>
              <a:defRPr>
                <a:solidFill>
                  <a:schemeClr val="bg1"/>
                </a:solidFill>
              </a:defRPr>
            </a:lvl1pPr>
          </a:lstStyle>
          <a:p>
            <a:r>
              <a:rPr lang="en-US"/>
              <a:t>Click icon to add picture</a:t>
            </a:r>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5120386" y="3493198"/>
            <a:ext cx="923544" cy="199339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0" name="Content Placeholder 4">
            <a:extLst>
              <a:ext uri="{FF2B5EF4-FFF2-40B4-BE49-F238E27FC236}">
                <a16:creationId xmlns:a16="http://schemas.microsoft.com/office/drawing/2014/main" id="{CA28E25F-7240-45CB-90E7-877309F80A79}"/>
              </a:ext>
            </a:extLst>
          </p:cNvPr>
          <p:cNvSpPr>
            <a:spLocks noGrp="1"/>
          </p:cNvSpPr>
          <p:nvPr>
            <p:ph sz="quarter" idx="16" hasCustomPrompt="1"/>
          </p:nvPr>
        </p:nvSpPr>
        <p:spPr>
          <a:xfrm>
            <a:off x="6144641" y="3493198"/>
            <a:ext cx="923544" cy="199339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3" name="Picture Placeholder 4">
            <a:extLst>
              <a:ext uri="{FF2B5EF4-FFF2-40B4-BE49-F238E27FC236}">
                <a16:creationId xmlns:a16="http://schemas.microsoft.com/office/drawing/2014/main" id="{5A4EAC89-642E-4AA0-990C-49DD3A6FDF15}"/>
              </a:ext>
            </a:extLst>
          </p:cNvPr>
          <p:cNvSpPr>
            <a:spLocks noGrp="1"/>
          </p:cNvSpPr>
          <p:nvPr>
            <p:ph type="pic" sz="quarter" idx="17"/>
          </p:nvPr>
        </p:nvSpPr>
        <p:spPr>
          <a:xfrm>
            <a:off x="7168896" y="3493198"/>
            <a:ext cx="4507992" cy="2907792"/>
          </a:xfrm>
        </p:spPr>
        <p:txBody>
          <a:bodyPr/>
          <a:lstStyle/>
          <a:p>
            <a:r>
              <a:rPr lang="en-US"/>
              <a:t>Click icon to add picture</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7025529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ark Photo Layout 5">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453969"/>
            <a:ext cx="5534024" cy="3549705"/>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4731764"/>
            <a:ext cx="1436687" cy="1672211"/>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146804" y="453970"/>
            <a:ext cx="5534022" cy="354970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4" y="4727575"/>
            <a:ext cx="1435100" cy="1676456"/>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6058779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Dark Photo Layout 6">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2562225" y="452438"/>
            <a:ext cx="9118600" cy="5953124"/>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1601788"/>
            <a:ext cx="1436687" cy="4803774"/>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5879905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ark Photo Layout 7">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452437"/>
            <a:ext cx="3997325" cy="5951537"/>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4610100" y="452438"/>
            <a:ext cx="1436687" cy="2298700"/>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7683500" y="452437"/>
            <a:ext cx="3997326" cy="595153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4" y="452438"/>
            <a:ext cx="1435100" cy="2298700"/>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8106647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ark Photo Layout 8">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227262"/>
            <a:ext cx="2971800" cy="4178428"/>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452432"/>
            <a:ext cx="1436687" cy="1673479"/>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4610100" y="2230372"/>
            <a:ext cx="2971800" cy="4175299"/>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4610100" y="452328"/>
            <a:ext cx="1435100" cy="1677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8709024" y="2227263"/>
            <a:ext cx="2971800" cy="4178428"/>
          </a:xfrm>
        </p:spPr>
        <p:txBody>
          <a:bodyPr/>
          <a:lstStyle>
            <a:lvl1pPr>
              <a:defRPr>
                <a:solidFill>
                  <a:schemeClr val="bg1"/>
                </a:solidFill>
              </a:defRPr>
            </a:lvl1pPr>
          </a:lstStyle>
          <a:p>
            <a:r>
              <a:rPr lang="en-US"/>
              <a:t>Click icon to add picture</a:t>
            </a:r>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8709025" y="452438"/>
            <a:ext cx="1435100" cy="1673225"/>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2149880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ark Photo Layout 9">
    <p:bg>
      <p:bgPr>
        <a:solidFill>
          <a:srgbClr val="012A2D"/>
        </a:solidFill>
        <a:effectLst/>
      </p:bgPr>
    </p:bg>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227262"/>
            <a:ext cx="2971800" cy="1773237"/>
          </a:xfrm>
        </p:spPr>
        <p:txBody>
          <a:bodyPr/>
          <a:lstStyle>
            <a:lvl1pPr>
              <a:defRPr>
                <a:solidFill>
                  <a:schemeClr val="bg1"/>
                </a:solidFill>
              </a:defRPr>
            </a:lvl1pPr>
          </a:lstStyle>
          <a:p>
            <a:r>
              <a:rPr lang="en-US"/>
              <a:t>Click icon to add picture</a:t>
            </a:r>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452438"/>
            <a:ext cx="1435608" cy="1673225"/>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4610100" y="2230373"/>
            <a:ext cx="2971800" cy="1771909"/>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4610100" y="452438"/>
            <a:ext cx="1435608" cy="1673225"/>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8709024" y="2227263"/>
            <a:ext cx="2971800" cy="1773237"/>
          </a:xfrm>
        </p:spPr>
        <p:txBody>
          <a:bodyPr/>
          <a:lstStyle>
            <a:lvl1pPr>
              <a:defRPr>
                <a:solidFill>
                  <a:schemeClr val="bg1"/>
                </a:solidFill>
              </a:defRPr>
            </a:lvl1pPr>
          </a:lstStyle>
          <a:p>
            <a:r>
              <a:rPr lang="en-US"/>
              <a:t>Click icon to add picture</a:t>
            </a:r>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8709025" y="452438"/>
            <a:ext cx="1435608" cy="1673225"/>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7" name="Left Footer">
            <a:extLst>
              <a:ext uri="{FF2B5EF4-FFF2-40B4-BE49-F238E27FC236}">
                <a16:creationId xmlns:a16="http://schemas.microsoft.com/office/drawing/2014/main" id="{EAE2558A-5E81-4613-BD4F-4F510C334C4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bg1"/>
                </a:solidFill>
                <a:latin typeface="+mn-lt"/>
                <a:ea typeface="+mn-ea"/>
                <a:cs typeface="+mn-cs"/>
              </a:rPr>
              <a:t>Confidential &amp; Proprietary | © </a:t>
            </a:r>
            <a:fld id="{B068ACA0-8C9F-4E58-A054-F52B2223E874}" type="datetimeyyyy">
              <a:rPr lang="en-US" sz="800" b="0" kern="1200" cap="none" baseline="0" smtClean="0">
                <a:solidFill>
                  <a:schemeClr val="bg1"/>
                </a:solidFill>
                <a:latin typeface="+mn-lt"/>
                <a:ea typeface="+mn-ea"/>
                <a:cs typeface="+mn-cs"/>
              </a:rPr>
              <a:pPr marL="0" algn="l" defTabSz="914400" rtl="0" eaLnBrk="1" latinLnBrk="0" hangingPunct="1"/>
              <a:t>2026</a:t>
            </a:fld>
            <a:r>
              <a:rPr lang="en-US" sz="800" b="0" kern="1200" cap="none" baseline="0">
                <a:solidFill>
                  <a:schemeClr val="bg1"/>
                </a:solidFill>
                <a:latin typeface="+mn-lt"/>
                <a:ea typeface="+mn-ea"/>
                <a:cs typeface="+mn-cs"/>
              </a:rPr>
              <a:t> CBRE, Inc.</a:t>
            </a:r>
          </a:p>
        </p:txBody>
      </p:sp>
      <p:sp>
        <p:nvSpPr>
          <p:cNvPr id="8" name="Page Number">
            <a:extLst>
              <a:ext uri="{FF2B5EF4-FFF2-40B4-BE49-F238E27FC236}">
                <a16:creationId xmlns:a16="http://schemas.microsoft.com/office/drawing/2014/main" id="{C98E66F1-6DBC-420B-A0A4-9CCF2CCB2A0A}"/>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bg1"/>
                </a:solidFill>
                <a:latin typeface="+mn-lt"/>
                <a:ea typeface="+mn-ea"/>
                <a:cs typeface="+mn-cs"/>
              </a:rPr>
              <a:pPr marL="0" algn="r" defTabSz="914400" rtl="0" eaLnBrk="1" latinLnBrk="0" hangingPunct="1"/>
              <a:t>‹#›</a:t>
            </a:fld>
            <a:endParaRPr lang="en-US"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5219337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Column Intro">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7"/>
            <a:ext cx="8092440" cy="4275137"/>
          </a:xfrm>
        </p:spPr>
        <p:txBody>
          <a:bodyPr/>
          <a:lstStyle>
            <a:lvl1pPr marL="0" indent="536575">
              <a:spcBef>
                <a:spcPts val="0"/>
              </a:spcBef>
              <a:spcAft>
                <a:spcPts val="600"/>
              </a:spcAf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727239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 Column + Subheading">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8" y="914400"/>
            <a:ext cx="2971800"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7"/>
            <a:ext cx="8092440" cy="4275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878714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 Column Full Content Area">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452439"/>
            <a:ext cx="8092440" cy="5952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412925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7"/>
            <a:ext cx="3484690" cy="4805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7683500" y="1601787"/>
            <a:ext cx="3482975" cy="480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360288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Column + Subheading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3986633"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8"/>
            <a:ext cx="3997452" cy="4801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14400"/>
            <a:ext cx="3986784"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7683500" y="1601787"/>
            <a:ext cx="3995738" cy="4802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676647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lumn + Subheadings + Statement">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3986633"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7"/>
            <a:ext cx="3997452" cy="480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14400"/>
            <a:ext cx="3986784"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7683500" y="1601787"/>
            <a:ext cx="1938528" cy="4802187"/>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a:extLst>
              <a:ext uri="{FF2B5EF4-FFF2-40B4-BE49-F238E27FC236}">
                <a16:creationId xmlns:a16="http://schemas.microsoft.com/office/drawing/2014/main" id="{BB682FBA-E10C-49A4-BDD6-259592864FE4}"/>
              </a:ext>
            </a:extLst>
          </p:cNvPr>
          <p:cNvSpPr>
            <a:spLocks noGrp="1"/>
          </p:cNvSpPr>
          <p:nvPr>
            <p:ph sz="quarter" idx="16"/>
          </p:nvPr>
        </p:nvSpPr>
        <p:spPr>
          <a:xfrm>
            <a:off x="9731755" y="1601787"/>
            <a:ext cx="1938528" cy="4802187"/>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77924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Subheadings + 2 Content">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3986633"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2851983"/>
            <a:ext cx="1938528"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41460" y="2851983"/>
            <a:ext cx="1938528"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14400"/>
            <a:ext cx="3986784"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223139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 Column + Subheading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8"/>
            <a:ext cx="2450592" cy="4799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6145942"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6146736" y="1601787"/>
            <a:ext cx="2450592" cy="48005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8707438"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8709024" y="1601787"/>
            <a:ext cx="2450592" cy="4802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008314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Column + Footnote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476250"/>
            <a:ext cx="2450592" cy="415137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text Placeholder 1">
            <a:extLst>
              <a:ext uri="{FF2B5EF4-FFF2-40B4-BE49-F238E27FC236}">
                <a16:creationId xmlns:a16="http://schemas.microsoft.com/office/drawing/2014/main" id="{6C390E93-FB47-4508-8D69-B4A57B26C511}"/>
              </a:ext>
            </a:extLst>
          </p:cNvPr>
          <p:cNvSpPr>
            <a:spLocks noGrp="1"/>
          </p:cNvSpPr>
          <p:nvPr>
            <p:ph type="body" sz="quarter" idx="15"/>
          </p:nvPr>
        </p:nvSpPr>
        <p:spPr>
          <a:xfrm>
            <a:off x="3584448" y="4727573"/>
            <a:ext cx="2450592" cy="1676401"/>
          </a:xfrm>
          <a:solidFill>
            <a:schemeClr val="accent3">
              <a:alpha val="30000"/>
            </a:schemeClr>
          </a:solidFill>
        </p:spPr>
        <p:txBody>
          <a:bodyPr lIns="73152" bIns="73152"/>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6145943" y="476250"/>
            <a:ext cx="2450592" cy="415137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ext Placeholder 2">
            <a:extLst>
              <a:ext uri="{FF2B5EF4-FFF2-40B4-BE49-F238E27FC236}">
                <a16:creationId xmlns:a16="http://schemas.microsoft.com/office/drawing/2014/main" id="{9CB3A31D-1A3D-45AF-840F-64EED0DF25A0}"/>
              </a:ext>
            </a:extLst>
          </p:cNvPr>
          <p:cNvSpPr>
            <a:spLocks noGrp="1"/>
          </p:cNvSpPr>
          <p:nvPr>
            <p:ph type="body" sz="quarter" idx="16"/>
          </p:nvPr>
        </p:nvSpPr>
        <p:spPr>
          <a:xfrm>
            <a:off x="6145943" y="4727573"/>
            <a:ext cx="2450592" cy="1676401"/>
          </a:xfrm>
          <a:solidFill>
            <a:schemeClr val="accent3">
              <a:alpha val="30000"/>
            </a:schemeClr>
          </a:solidFill>
        </p:spPr>
        <p:txBody>
          <a:bodyPr lIns="73152" bIns="73152"/>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88CABEE8-2F23-4BF8-BA5A-3753F2156D11}"/>
              </a:ext>
            </a:extLst>
          </p:cNvPr>
          <p:cNvSpPr>
            <a:spLocks noGrp="1"/>
          </p:cNvSpPr>
          <p:nvPr>
            <p:ph sz="quarter" idx="14"/>
          </p:nvPr>
        </p:nvSpPr>
        <p:spPr>
          <a:xfrm>
            <a:off x="8707438" y="476250"/>
            <a:ext cx="2450592" cy="415137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ext Placeholder 3">
            <a:extLst>
              <a:ext uri="{FF2B5EF4-FFF2-40B4-BE49-F238E27FC236}">
                <a16:creationId xmlns:a16="http://schemas.microsoft.com/office/drawing/2014/main" id="{4CF881C7-C1D5-4173-84A6-6FBF2971565A}"/>
              </a:ext>
            </a:extLst>
          </p:cNvPr>
          <p:cNvSpPr>
            <a:spLocks noGrp="1"/>
          </p:cNvSpPr>
          <p:nvPr>
            <p:ph type="body" sz="quarter" idx="17"/>
          </p:nvPr>
        </p:nvSpPr>
        <p:spPr>
          <a:xfrm>
            <a:off x="8707438" y="4724399"/>
            <a:ext cx="2450592" cy="1676401"/>
          </a:xfrm>
          <a:solidFill>
            <a:schemeClr val="accent3">
              <a:alpha val="30000"/>
            </a:schemeClr>
          </a:solidFill>
        </p:spPr>
        <p:txBody>
          <a:bodyPr lIns="73152" bIns="73152"/>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385973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Image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7" y="3492063"/>
            <a:ext cx="2450592"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
            <a:extLst>
              <a:ext uri="{FF2B5EF4-FFF2-40B4-BE49-F238E27FC236}">
                <a16:creationId xmlns:a16="http://schemas.microsoft.com/office/drawing/2014/main" id="{8E24196C-EDCF-4421-93F5-2F0FC09A0AC8}"/>
              </a:ext>
            </a:extLst>
          </p:cNvPr>
          <p:cNvSpPr>
            <a:spLocks noGrp="1"/>
          </p:cNvSpPr>
          <p:nvPr>
            <p:ph type="pic" sz="quarter" idx="18"/>
          </p:nvPr>
        </p:nvSpPr>
        <p:spPr>
          <a:xfrm>
            <a:off x="3584447" y="1601788"/>
            <a:ext cx="2450592" cy="1563624"/>
          </a:xfrm>
        </p:spPr>
        <p:txBody>
          <a:bodyPr/>
          <a:lstStyle/>
          <a:p>
            <a:r>
              <a:rPr lang="en-US"/>
              <a:t>Click icon to add picture</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6145942"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6146736" y="3492063"/>
            <a:ext cx="2450592"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2">
            <a:extLst>
              <a:ext uri="{FF2B5EF4-FFF2-40B4-BE49-F238E27FC236}">
                <a16:creationId xmlns:a16="http://schemas.microsoft.com/office/drawing/2014/main" id="{47A2DD19-B20B-483D-8660-233B1AD6C184}"/>
              </a:ext>
            </a:extLst>
          </p:cNvPr>
          <p:cNvSpPr>
            <a:spLocks noGrp="1"/>
          </p:cNvSpPr>
          <p:nvPr>
            <p:ph type="pic" sz="quarter" idx="19"/>
          </p:nvPr>
        </p:nvSpPr>
        <p:spPr>
          <a:xfrm>
            <a:off x="6145942" y="1601788"/>
            <a:ext cx="2450592" cy="1563624"/>
          </a:xfrm>
        </p:spPr>
        <p:txBody>
          <a:bodyPr/>
          <a:lstStyle/>
          <a:p>
            <a:r>
              <a:rPr lang="en-US"/>
              <a:t>Click icon to add picture</a:t>
            </a:r>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8707438" y="914400"/>
            <a:ext cx="2450592"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8709024" y="3492063"/>
            <a:ext cx="2450592"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F87E57F0-BBA5-46F3-8D80-066C33EA828B}"/>
              </a:ext>
            </a:extLst>
          </p:cNvPr>
          <p:cNvSpPr>
            <a:spLocks noGrp="1"/>
          </p:cNvSpPr>
          <p:nvPr>
            <p:ph type="pic" sz="quarter" idx="20"/>
          </p:nvPr>
        </p:nvSpPr>
        <p:spPr>
          <a:xfrm>
            <a:off x="8707438" y="1601788"/>
            <a:ext cx="2450592" cy="1563624"/>
          </a:xfrm>
        </p:spPr>
        <p:txBody>
          <a:bodyPr/>
          <a:lstStyle/>
          <a:p>
            <a:r>
              <a:rPr lang="en-US"/>
              <a:t>Click icon to add picture</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088484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12" name="Picture Placeholder 1">
            <a:extLst>
              <a:ext uri="{FF2B5EF4-FFF2-40B4-BE49-F238E27FC236}">
                <a16:creationId xmlns:a16="http://schemas.microsoft.com/office/drawing/2014/main" id="{5AB9DF88-7CDB-43A2-834C-9ADC604F94F2}"/>
              </a:ext>
            </a:extLst>
          </p:cNvPr>
          <p:cNvSpPr>
            <a:spLocks noGrp="1"/>
          </p:cNvSpPr>
          <p:nvPr>
            <p:ph type="pic" sz="quarter" idx="15"/>
          </p:nvPr>
        </p:nvSpPr>
        <p:spPr>
          <a:xfrm>
            <a:off x="4096512" y="1601788"/>
            <a:ext cx="1426464" cy="1664208"/>
          </a:xfrm>
        </p:spPr>
        <p:txBody>
          <a:bodyPr/>
          <a:lstStyle/>
          <a:p>
            <a:r>
              <a:rPr lang="en-US"/>
              <a:t>Click icon to add picture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4096512" y="3429000"/>
            <a:ext cx="1673352"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Phone number</a:t>
            </a:r>
          </a:p>
          <a:p>
            <a:pPr lvl="4"/>
            <a:r>
              <a:rPr lang="en-US"/>
              <a:t>Fifth level</a:t>
            </a:r>
          </a:p>
        </p:txBody>
      </p:sp>
      <p:sp>
        <p:nvSpPr>
          <p:cNvPr id="14" name="Picture Placeholder 2">
            <a:extLst>
              <a:ext uri="{FF2B5EF4-FFF2-40B4-BE49-F238E27FC236}">
                <a16:creationId xmlns:a16="http://schemas.microsoft.com/office/drawing/2014/main" id="{2A5DD4CB-DCEB-4140-ACD5-668399B80792}"/>
              </a:ext>
            </a:extLst>
          </p:cNvPr>
          <p:cNvSpPr>
            <a:spLocks noGrp="1"/>
          </p:cNvSpPr>
          <p:nvPr>
            <p:ph type="pic" sz="quarter" idx="16"/>
          </p:nvPr>
        </p:nvSpPr>
        <p:spPr>
          <a:xfrm>
            <a:off x="6657975" y="1601788"/>
            <a:ext cx="1426464" cy="1664208"/>
          </a:xfrm>
        </p:spPr>
        <p:txBody>
          <a:bodyPr/>
          <a:lstStyle/>
          <a:p>
            <a:r>
              <a:rPr lang="en-US"/>
              <a:t>Click icon to add picture</a:t>
            </a:r>
          </a:p>
        </p:txBody>
      </p:sp>
      <p:sp>
        <p:nvSpPr>
          <p:cNvPr id="8" name="Content Placeholder 2">
            <a:extLst>
              <a:ext uri="{FF2B5EF4-FFF2-40B4-BE49-F238E27FC236}">
                <a16:creationId xmlns:a16="http://schemas.microsoft.com/office/drawing/2014/main" id="{D2379CBC-8487-4C2E-BD6D-CAC2DD1F0623}"/>
              </a:ext>
            </a:extLst>
          </p:cNvPr>
          <p:cNvSpPr>
            <a:spLocks noGrp="1"/>
          </p:cNvSpPr>
          <p:nvPr>
            <p:ph sz="quarter" idx="13" hasCustomPrompt="1"/>
          </p:nvPr>
        </p:nvSpPr>
        <p:spPr>
          <a:xfrm>
            <a:off x="6657975" y="3429000"/>
            <a:ext cx="1673352"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Phone number</a:t>
            </a:r>
          </a:p>
          <a:p>
            <a:pPr lvl="4"/>
            <a:r>
              <a:rPr lang="en-US"/>
              <a:t>Fifth level</a:t>
            </a:r>
          </a:p>
        </p:txBody>
      </p:sp>
      <p:sp>
        <p:nvSpPr>
          <p:cNvPr id="16" name="Picture Placeholder 3">
            <a:extLst>
              <a:ext uri="{FF2B5EF4-FFF2-40B4-BE49-F238E27FC236}">
                <a16:creationId xmlns:a16="http://schemas.microsoft.com/office/drawing/2014/main" id="{4157720F-FE81-4879-BD1A-4B07F7CB2920}"/>
              </a:ext>
            </a:extLst>
          </p:cNvPr>
          <p:cNvSpPr>
            <a:spLocks noGrp="1"/>
          </p:cNvSpPr>
          <p:nvPr>
            <p:ph type="pic" sz="quarter" idx="17"/>
          </p:nvPr>
        </p:nvSpPr>
        <p:spPr>
          <a:xfrm>
            <a:off x="9220200" y="1601788"/>
            <a:ext cx="1426464" cy="1664208"/>
          </a:xfrm>
        </p:spPr>
        <p:txBody>
          <a:bodyPr/>
          <a:lstStyle/>
          <a:p>
            <a:r>
              <a:rPr lang="en-US"/>
              <a:t>Click icon to add picture</a:t>
            </a:r>
          </a:p>
        </p:txBody>
      </p:sp>
      <p:sp>
        <p:nvSpPr>
          <p:cNvPr id="10" name="Content Placeholder 3">
            <a:extLst>
              <a:ext uri="{FF2B5EF4-FFF2-40B4-BE49-F238E27FC236}">
                <a16:creationId xmlns:a16="http://schemas.microsoft.com/office/drawing/2014/main" id="{DD037744-B022-4244-8C34-B4E5304F9796}"/>
              </a:ext>
            </a:extLst>
          </p:cNvPr>
          <p:cNvSpPr>
            <a:spLocks noGrp="1"/>
          </p:cNvSpPr>
          <p:nvPr>
            <p:ph sz="quarter" idx="14" hasCustomPrompt="1"/>
          </p:nvPr>
        </p:nvSpPr>
        <p:spPr>
          <a:xfrm>
            <a:off x="9220200" y="3429000"/>
            <a:ext cx="1673352"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Phone number</a:t>
            </a:r>
          </a:p>
          <a:p>
            <a:pPr lvl="4"/>
            <a:r>
              <a:rPr lang="en-US"/>
              <a:t>Fifth level</a:t>
            </a:r>
          </a:p>
        </p:txBody>
      </p:sp>
      <p:sp>
        <p:nvSpPr>
          <p:cNvPr id="9" name="Text Placeholder 1">
            <a:extLst>
              <a:ext uri="{FF2B5EF4-FFF2-40B4-BE49-F238E27FC236}">
                <a16:creationId xmlns:a16="http://schemas.microsoft.com/office/drawing/2014/main" id="{C64749C2-A985-44CA-AEFE-E548FAF5B3E6}"/>
              </a:ext>
            </a:extLst>
          </p:cNvPr>
          <p:cNvSpPr>
            <a:spLocks noGrp="1"/>
          </p:cNvSpPr>
          <p:nvPr userDrawn="1">
            <p:ph type="body" sz="quarter" idx="18" hasCustomPrompt="1"/>
          </p:nvPr>
        </p:nvSpPr>
        <p:spPr>
          <a:xfrm>
            <a:off x="4093505" y="6250245"/>
            <a:ext cx="1673352" cy="192024"/>
          </a:xfrm>
        </p:spPr>
        <p:txBody>
          <a:bodyPr rIns="0" anchor="b" anchorCtr="0"/>
          <a:lstStyle>
            <a:lvl1pPr>
              <a:defRPr sz="1200" b="1" cap="all" baseline="0">
                <a:latin typeface="+mn-lt"/>
              </a:defRPr>
            </a:lvl1pPr>
          </a:lstStyle>
          <a:p>
            <a:pPr lvl="0"/>
            <a:r>
              <a:rPr lang="en-US"/>
              <a:t>Division name</a:t>
            </a:r>
          </a:p>
        </p:txBody>
      </p:sp>
      <p:sp>
        <p:nvSpPr>
          <p:cNvPr id="18" name="Text Placeholder 2">
            <a:extLst>
              <a:ext uri="{FF2B5EF4-FFF2-40B4-BE49-F238E27FC236}">
                <a16:creationId xmlns:a16="http://schemas.microsoft.com/office/drawing/2014/main" id="{8705AF12-00A4-4943-8DFF-6065C6A5EC52}"/>
              </a:ext>
            </a:extLst>
          </p:cNvPr>
          <p:cNvSpPr>
            <a:spLocks noGrp="1"/>
          </p:cNvSpPr>
          <p:nvPr userDrawn="1">
            <p:ph type="body" sz="quarter" idx="19" hasCustomPrompt="1"/>
          </p:nvPr>
        </p:nvSpPr>
        <p:spPr>
          <a:xfrm>
            <a:off x="5845639" y="6250245"/>
            <a:ext cx="5047913" cy="192024"/>
          </a:xfrm>
        </p:spPr>
        <p:txBody>
          <a:bodyPr rIns="0" anchor="b" anchorCtr="0"/>
          <a:lstStyle>
            <a:lvl1pPr>
              <a:defRPr sz="1200">
                <a:latin typeface="Calibre" panose="020B0503030202060203" pitchFamily="34" charset="0"/>
              </a:defRPr>
            </a:lvl1pPr>
          </a:lstStyle>
          <a:p>
            <a:pPr lvl="0"/>
            <a:r>
              <a:rPr lang="en-US"/>
              <a:t>Division address</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05677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12" name="Picture Placeholder 1">
            <a:extLst>
              <a:ext uri="{FF2B5EF4-FFF2-40B4-BE49-F238E27FC236}">
                <a16:creationId xmlns:a16="http://schemas.microsoft.com/office/drawing/2014/main" id="{5AB9DF88-7CDB-43A2-834C-9ADC604F94F2}"/>
              </a:ext>
            </a:extLst>
          </p:cNvPr>
          <p:cNvSpPr>
            <a:spLocks noGrp="1"/>
          </p:cNvSpPr>
          <p:nvPr>
            <p:ph type="pic" sz="quarter" idx="15"/>
          </p:nvPr>
        </p:nvSpPr>
        <p:spPr>
          <a:xfrm>
            <a:off x="4096512" y="484632"/>
            <a:ext cx="1014984" cy="1325880"/>
          </a:xfrm>
        </p:spPr>
        <p:txBody>
          <a:bodyPr/>
          <a:lstStyle/>
          <a:p>
            <a:r>
              <a:rPr lang="en-US"/>
              <a:t>Click icon to add picture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5540185" y="429768"/>
            <a:ext cx="2048256" cy="106984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Phone number</a:t>
            </a:r>
          </a:p>
          <a:p>
            <a:pPr lvl="4"/>
            <a:r>
              <a:rPr lang="en-US"/>
              <a:t>Fifth level</a:t>
            </a:r>
          </a:p>
        </p:txBody>
      </p:sp>
      <p:sp>
        <p:nvSpPr>
          <p:cNvPr id="11" name="Content Placeholder 3">
            <a:extLst>
              <a:ext uri="{FF2B5EF4-FFF2-40B4-BE49-F238E27FC236}">
                <a16:creationId xmlns:a16="http://schemas.microsoft.com/office/drawing/2014/main" id="{554C6034-081A-4BFE-B2CE-602FEB37E894}"/>
              </a:ext>
            </a:extLst>
          </p:cNvPr>
          <p:cNvSpPr>
            <a:spLocks noGrp="1"/>
          </p:cNvSpPr>
          <p:nvPr>
            <p:ph sz="quarter" idx="20"/>
          </p:nvPr>
        </p:nvSpPr>
        <p:spPr>
          <a:xfrm>
            <a:off x="5540185" y="2130552"/>
            <a:ext cx="2048256" cy="426110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Subtext Placeholder 1">
            <a:extLst>
              <a:ext uri="{FF2B5EF4-FFF2-40B4-BE49-F238E27FC236}">
                <a16:creationId xmlns:a16="http://schemas.microsoft.com/office/drawing/2014/main" id="{12865E1C-6DA8-498A-81C7-FD8C577ABDB4}"/>
              </a:ext>
            </a:extLst>
          </p:cNvPr>
          <p:cNvSpPr>
            <a:spLocks noGrp="1"/>
          </p:cNvSpPr>
          <p:nvPr>
            <p:ph type="body" sz="quarter" idx="22" hasCustomPrompt="1"/>
          </p:nvPr>
        </p:nvSpPr>
        <p:spPr>
          <a:xfrm>
            <a:off x="4096512" y="2852928"/>
            <a:ext cx="1014984" cy="3557016"/>
          </a:xfrm>
        </p:spPr>
        <p:txBody>
          <a:bodyPr tIns="0"/>
          <a:lstStyle>
            <a:lvl1pPr>
              <a:spcBef>
                <a:spcPts val="1800"/>
              </a:spcBef>
              <a:spcAft>
                <a:spcPts val="0"/>
              </a:spcAft>
              <a:defRPr sz="105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mn-l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US"/>
              <a:t>subheading</a:t>
            </a:r>
          </a:p>
          <a:p>
            <a:pPr lvl="1"/>
            <a:r>
              <a:rPr lang="en-US"/>
              <a:t>Second level</a:t>
            </a:r>
          </a:p>
          <a:p>
            <a:pPr lvl="2"/>
            <a:r>
              <a:rPr lang="en-US"/>
              <a:t>Third level</a:t>
            </a:r>
          </a:p>
        </p:txBody>
      </p:sp>
      <p:sp>
        <p:nvSpPr>
          <p:cNvPr id="14" name="Picture Placeholder 2">
            <a:extLst>
              <a:ext uri="{FF2B5EF4-FFF2-40B4-BE49-F238E27FC236}">
                <a16:creationId xmlns:a16="http://schemas.microsoft.com/office/drawing/2014/main" id="{2A5DD4CB-DCEB-4140-ACD5-668399B80792}"/>
              </a:ext>
            </a:extLst>
          </p:cNvPr>
          <p:cNvSpPr>
            <a:spLocks noGrp="1"/>
          </p:cNvSpPr>
          <p:nvPr>
            <p:ph type="pic" sz="quarter" idx="16"/>
          </p:nvPr>
        </p:nvSpPr>
        <p:spPr>
          <a:xfrm>
            <a:off x="8194675" y="484632"/>
            <a:ext cx="1014984" cy="1325880"/>
          </a:xfrm>
        </p:spPr>
        <p:txBody>
          <a:bodyPr/>
          <a:lstStyle/>
          <a:p>
            <a:r>
              <a:rPr lang="en-US"/>
              <a:t>Click icon to add picture</a:t>
            </a:r>
          </a:p>
        </p:txBody>
      </p:sp>
      <p:sp>
        <p:nvSpPr>
          <p:cNvPr id="8" name="Content Placeholder 2">
            <a:extLst>
              <a:ext uri="{FF2B5EF4-FFF2-40B4-BE49-F238E27FC236}">
                <a16:creationId xmlns:a16="http://schemas.microsoft.com/office/drawing/2014/main" id="{D2379CBC-8487-4C2E-BD6D-CAC2DD1F0623}"/>
              </a:ext>
            </a:extLst>
          </p:cNvPr>
          <p:cNvSpPr>
            <a:spLocks noGrp="1"/>
          </p:cNvSpPr>
          <p:nvPr>
            <p:ph sz="quarter" idx="13" hasCustomPrompt="1"/>
          </p:nvPr>
        </p:nvSpPr>
        <p:spPr>
          <a:xfrm>
            <a:off x="9629775" y="429768"/>
            <a:ext cx="2048256" cy="106984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Phone number</a:t>
            </a:r>
          </a:p>
          <a:p>
            <a:pPr lvl="4"/>
            <a:r>
              <a:rPr lang="en-US"/>
              <a:t>Fifth level</a:t>
            </a:r>
          </a:p>
        </p:txBody>
      </p:sp>
      <p:sp>
        <p:nvSpPr>
          <p:cNvPr id="15" name="Content Placeholder 4">
            <a:extLst>
              <a:ext uri="{FF2B5EF4-FFF2-40B4-BE49-F238E27FC236}">
                <a16:creationId xmlns:a16="http://schemas.microsoft.com/office/drawing/2014/main" id="{67A48D65-8A27-42AE-A0D1-EE0630EC7252}"/>
              </a:ext>
            </a:extLst>
          </p:cNvPr>
          <p:cNvSpPr>
            <a:spLocks noGrp="1"/>
          </p:cNvSpPr>
          <p:nvPr>
            <p:ph sz="quarter" idx="21"/>
          </p:nvPr>
        </p:nvSpPr>
        <p:spPr>
          <a:xfrm>
            <a:off x="9629775" y="2130552"/>
            <a:ext cx="2048256" cy="426110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Subtext Placeholder 2">
            <a:extLst>
              <a:ext uri="{FF2B5EF4-FFF2-40B4-BE49-F238E27FC236}">
                <a16:creationId xmlns:a16="http://schemas.microsoft.com/office/drawing/2014/main" id="{C6251289-5F50-41B5-B26E-DBEFC133FB8A}"/>
              </a:ext>
            </a:extLst>
          </p:cNvPr>
          <p:cNvSpPr>
            <a:spLocks noGrp="1"/>
          </p:cNvSpPr>
          <p:nvPr>
            <p:ph type="body" sz="quarter" idx="23" hasCustomPrompt="1"/>
          </p:nvPr>
        </p:nvSpPr>
        <p:spPr>
          <a:xfrm>
            <a:off x="8194675" y="2852928"/>
            <a:ext cx="1014984" cy="3557016"/>
          </a:xfrm>
        </p:spPr>
        <p:txBody>
          <a:bodyPr tIns="0"/>
          <a:lstStyle>
            <a:lvl1pPr>
              <a:spcBef>
                <a:spcPts val="1800"/>
              </a:spcBef>
              <a:spcAft>
                <a:spcPts val="0"/>
              </a:spcAft>
              <a:defRPr sz="105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mn-l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US"/>
              <a:t>subheading</a:t>
            </a:r>
          </a:p>
          <a:p>
            <a:pPr lvl="1"/>
            <a:r>
              <a:rPr lang="en-US"/>
              <a:t>Second level</a:t>
            </a:r>
          </a:p>
          <a:p>
            <a:pPr lvl="2"/>
            <a:r>
              <a:rPr lang="en-US"/>
              <a:t>Third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5965786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5" y="1601788"/>
            <a:ext cx="1435100" cy="1676148"/>
          </a:xfrm>
          <a:solidFill>
            <a:srgbClr val="F6F6F6"/>
          </a:solidFill>
        </p:spPr>
        <p:txBody>
          <a:bodyPr rIns="0" anchor="ctr" anchorCtr="0"/>
          <a:lstStyle>
            <a:lvl1pPr algn="ctr">
              <a:defRPr sz="1600"/>
            </a:lvl1pPr>
          </a:lstStyle>
          <a:p>
            <a:r>
              <a:rPr lang="en-US"/>
              <a:t>Click here to insert headshot</a:t>
            </a:r>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3478213"/>
            <a:ext cx="1435100" cy="2903354"/>
          </a:xfrm>
        </p:spPr>
        <p:txBody>
          <a:bodyPr/>
          <a:lstStyle>
            <a:lvl1pPr>
              <a:spcBef>
                <a:spcPts val="0"/>
              </a:spcBef>
              <a:spcAft>
                <a:spcPts val="0"/>
              </a:spcAft>
              <a:defRPr sz="1200">
                <a:latin typeface="Calibre Semibold" panose="020B0703030202060203" pitchFamily="34" charset="0"/>
              </a:defRPr>
            </a:lvl1pPr>
            <a:lvl2pPr>
              <a:spcAft>
                <a:spcPts val="300"/>
              </a:spcAft>
              <a:defRPr sz="1200">
                <a:latin typeface="+mn-lt"/>
              </a:defRPr>
            </a:lvl2pPr>
            <a:lvl3pPr>
              <a:spcBef>
                <a:spcPts val="0"/>
              </a:spcBef>
              <a:spcAft>
                <a:spcPts val="0"/>
              </a:spcAft>
              <a:defRPr sz="1200">
                <a:latin typeface="Calibre Light" panose="020B0303030202060203" pitchFamily="34" charset="0"/>
              </a:defRPr>
            </a:lvl3pPr>
            <a:lvl4pPr>
              <a:defRPr sz="1050">
                <a:latin typeface="Calibre Light" panose="020B0303030202060203" pitchFamily="34" charset="0"/>
              </a:defRPr>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8" name="Content Placeholder 1">
            <a:extLst>
              <a:ext uri="{FF2B5EF4-FFF2-40B4-BE49-F238E27FC236}">
                <a16:creationId xmlns:a16="http://schemas.microsoft.com/office/drawing/2014/main" id="{26CBCABB-0850-4F03-9016-D2536E7E069E}"/>
              </a:ext>
            </a:extLst>
          </p:cNvPr>
          <p:cNvSpPr>
            <a:spLocks noGrp="1"/>
          </p:cNvSpPr>
          <p:nvPr>
            <p:ph sz="quarter" idx="16"/>
          </p:nvPr>
        </p:nvSpPr>
        <p:spPr>
          <a:xfrm>
            <a:off x="5119688" y="1601788"/>
            <a:ext cx="4511675" cy="1149350"/>
          </a:xfrm>
        </p:spPr>
        <p:txBody>
          <a:bodyPr/>
          <a:lstStyle>
            <a:lvl1pPr>
              <a:spcBef>
                <a:spcPts val="900"/>
              </a:spcBef>
              <a:spcAft>
                <a:spcPts val="0"/>
              </a:spcAft>
              <a:defRPr sz="1200">
                <a:latin typeface="Calibre Semibold" panose="020B0703030202060203" pitchFamily="34" charset="0"/>
              </a:defRPr>
            </a:lvl1pPr>
            <a:lvl2pPr>
              <a:spcBef>
                <a:spcPts val="600"/>
              </a:spcBef>
              <a:spcAft>
                <a:spcPts val="300"/>
              </a:spcAft>
              <a:defRPr sz="1200">
                <a:latin typeface="+mn-lt"/>
              </a:defRPr>
            </a:lvl2pPr>
            <a:lvl3pPr marL="171450" indent="-171450">
              <a:spcBef>
                <a:spcPts val="0"/>
              </a:spcBef>
              <a:buFont typeface="Financier Display" panose="02020503070506060203" pitchFamily="18" charset="0"/>
              <a:buChar char="—"/>
              <a:defRPr>
                <a:latin typeface="Calibre Light" panose="020B0303030202060203" pitchFamily="34" charset="0"/>
              </a:defRPr>
            </a:lvl3pPr>
            <a:lvl4pPr marL="342900" indent="-171450">
              <a:spcBef>
                <a:spcPts val="0"/>
              </a:spcBef>
              <a:buFont typeface="Financier Display" panose="02020503070506060203" pitchFamily="18" charset="0"/>
              <a:buChar char="—"/>
              <a:defRPr>
                <a:latin typeface="Calibre Light" panose="020B030303020206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able Placeholder 1">
            <a:extLst>
              <a:ext uri="{FF2B5EF4-FFF2-40B4-BE49-F238E27FC236}">
                <a16:creationId xmlns:a16="http://schemas.microsoft.com/office/drawing/2014/main" id="{146D3712-06DF-4D30-8F2A-CC5D2D7B0B37}"/>
              </a:ext>
            </a:extLst>
          </p:cNvPr>
          <p:cNvSpPr>
            <a:spLocks noGrp="1"/>
          </p:cNvSpPr>
          <p:nvPr>
            <p:ph type="tbl" sz="quarter" idx="17" hasCustomPrompt="1"/>
          </p:nvPr>
        </p:nvSpPr>
        <p:spPr>
          <a:xfrm>
            <a:off x="5119688" y="2852738"/>
            <a:ext cx="4511675" cy="1149350"/>
          </a:xfrm>
        </p:spPr>
        <p:txBody>
          <a:bodyPr/>
          <a:lstStyle>
            <a:lvl1pPr>
              <a:defRPr sz="1200"/>
            </a:lvl1pPr>
          </a:lstStyle>
          <a:p>
            <a:r>
              <a:rPr lang="en-US"/>
              <a:t>Insert table here as needed</a:t>
            </a:r>
          </a:p>
        </p:txBody>
      </p:sp>
      <p:sp>
        <p:nvSpPr>
          <p:cNvPr id="20" name="Content Placeholder 2">
            <a:extLst>
              <a:ext uri="{FF2B5EF4-FFF2-40B4-BE49-F238E27FC236}">
                <a16:creationId xmlns:a16="http://schemas.microsoft.com/office/drawing/2014/main" id="{C3F90BDD-7ED1-4CD6-81EA-BFD58FE03CBD}"/>
              </a:ext>
            </a:extLst>
          </p:cNvPr>
          <p:cNvSpPr>
            <a:spLocks noGrp="1"/>
          </p:cNvSpPr>
          <p:nvPr>
            <p:ph sz="quarter" idx="18"/>
          </p:nvPr>
        </p:nvSpPr>
        <p:spPr>
          <a:xfrm>
            <a:off x="5119688" y="4105275"/>
            <a:ext cx="4511675" cy="2276475"/>
          </a:xfrm>
        </p:spPr>
        <p:txBody>
          <a:bodyPr/>
          <a:lstStyle>
            <a:lvl1pPr>
              <a:spcBef>
                <a:spcPts val="900"/>
              </a:spcBef>
              <a:spcAft>
                <a:spcPts val="0"/>
              </a:spcAft>
              <a:defRPr sz="1200">
                <a:latin typeface="Calibre Semibold" panose="020B0703030202060203" pitchFamily="34" charset="0"/>
              </a:defRPr>
            </a:lvl1pPr>
            <a:lvl2pPr>
              <a:spcBef>
                <a:spcPts val="600"/>
              </a:spcBef>
              <a:spcAft>
                <a:spcPts val="300"/>
              </a:spcAft>
              <a:defRPr sz="1200">
                <a:latin typeface="+mn-lt"/>
              </a:defRPr>
            </a:lvl2pPr>
            <a:lvl3pPr marL="171450" indent="-171450">
              <a:spcBef>
                <a:spcPts val="0"/>
              </a:spcBef>
              <a:buFont typeface="Financier Display" panose="02020503070506060203" pitchFamily="18" charset="0"/>
              <a:buChar char="—"/>
              <a:defRPr>
                <a:latin typeface="Calibre Light" panose="020B0303030202060203" pitchFamily="34" charset="0"/>
              </a:defRPr>
            </a:lvl3pPr>
            <a:lvl4pPr marL="342900" indent="-171450">
              <a:spcBef>
                <a:spcPts val="0"/>
              </a:spcBef>
              <a:buFont typeface="Financier Display" panose="02020503070506060203" pitchFamily="18" charset="0"/>
              <a:buChar char="—"/>
              <a:defRPr>
                <a:latin typeface="Calibre Light" panose="020B030303020206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3">
            <a:extLst>
              <a:ext uri="{FF2B5EF4-FFF2-40B4-BE49-F238E27FC236}">
                <a16:creationId xmlns:a16="http://schemas.microsoft.com/office/drawing/2014/main" id="{FF7615E5-57D3-4615-A52B-F47F9839A106}"/>
              </a:ext>
            </a:extLst>
          </p:cNvPr>
          <p:cNvSpPr>
            <a:spLocks noGrp="1"/>
          </p:cNvSpPr>
          <p:nvPr>
            <p:ph sz="quarter" idx="19"/>
          </p:nvPr>
        </p:nvSpPr>
        <p:spPr>
          <a:xfrm>
            <a:off x="9731375" y="1601787"/>
            <a:ext cx="1949450" cy="3028951"/>
          </a:xfrm>
          <a:solidFill>
            <a:srgbClr val="C0D4CB"/>
          </a:solidFill>
        </p:spPr>
        <p:txBody>
          <a:bodyPr lIns="91440" tIns="54864" rIns="91440"/>
          <a:lstStyle>
            <a:lvl1pPr>
              <a:spcBef>
                <a:spcPts val="900"/>
              </a:spcBef>
              <a:spcAft>
                <a:spcPts val="0"/>
              </a:spcAft>
              <a:defRPr sz="1200">
                <a:solidFill>
                  <a:srgbClr val="012A2D"/>
                </a:solidFill>
                <a:latin typeface="Calibre Semibold" panose="020B0703030202060203" pitchFamily="34" charset="0"/>
              </a:defRPr>
            </a:lvl1pPr>
            <a:lvl2pPr>
              <a:spcBef>
                <a:spcPts val="600"/>
              </a:spcBef>
              <a:spcAft>
                <a:spcPts val="300"/>
              </a:spcAft>
              <a:defRPr sz="1200">
                <a:solidFill>
                  <a:srgbClr val="012A2D"/>
                </a:solidFill>
                <a:latin typeface="+mn-lt"/>
              </a:defRPr>
            </a:lvl2pPr>
            <a:lvl3pPr marL="171450" indent="-171450">
              <a:spcBef>
                <a:spcPts val="0"/>
              </a:spcBef>
              <a:buFont typeface="Financier Display" panose="02020503070506060203" pitchFamily="18" charset="0"/>
              <a:buChar char="—"/>
              <a:defRPr>
                <a:solidFill>
                  <a:srgbClr val="012A2D"/>
                </a:solidFill>
                <a:latin typeface="Calibre Light" panose="020B0303030202060203" pitchFamily="34" charset="0"/>
              </a:defRPr>
            </a:lvl3pPr>
            <a:lvl4pPr marL="342900" indent="-171450">
              <a:spcBef>
                <a:spcPts val="0"/>
              </a:spcBef>
              <a:buFont typeface="Financier Display" panose="02020503070506060203" pitchFamily="18" charset="0"/>
              <a:buChar char="—"/>
              <a:defRPr>
                <a:solidFill>
                  <a:srgbClr val="012A2D"/>
                </a:solidFill>
                <a:latin typeface="Calibre Light" panose="020B030303020206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4">
            <a:extLst>
              <a:ext uri="{FF2B5EF4-FFF2-40B4-BE49-F238E27FC236}">
                <a16:creationId xmlns:a16="http://schemas.microsoft.com/office/drawing/2014/main" id="{3BF08F72-5DA5-4CDC-BD31-56B19D41274D}"/>
              </a:ext>
            </a:extLst>
          </p:cNvPr>
          <p:cNvSpPr>
            <a:spLocks noGrp="1"/>
          </p:cNvSpPr>
          <p:nvPr>
            <p:ph sz="quarter" idx="20"/>
          </p:nvPr>
        </p:nvSpPr>
        <p:spPr>
          <a:xfrm>
            <a:off x="9731375" y="4730749"/>
            <a:ext cx="1949450" cy="1673225"/>
          </a:xfrm>
          <a:solidFill>
            <a:srgbClr val="CAD1D3">
              <a:alpha val="50000"/>
            </a:srgbClr>
          </a:solidFill>
        </p:spPr>
        <p:txBody>
          <a:bodyPr lIns="91440" tIns="54864" rIns="91440"/>
          <a:lstStyle>
            <a:lvl1pPr>
              <a:spcBef>
                <a:spcPts val="900"/>
              </a:spcBef>
              <a:spcAft>
                <a:spcPts val="0"/>
              </a:spcAft>
              <a:defRPr sz="1200">
                <a:latin typeface="Calibre Semibold" panose="020B0703030202060203" pitchFamily="34" charset="0"/>
              </a:defRPr>
            </a:lvl1pPr>
            <a:lvl2pPr>
              <a:spcBef>
                <a:spcPts val="600"/>
              </a:spcBef>
              <a:spcAft>
                <a:spcPts val="300"/>
              </a:spcAft>
              <a:defRPr sz="1200">
                <a:latin typeface="+mn-lt"/>
              </a:defRPr>
            </a:lvl2pPr>
            <a:lvl3pPr marL="171450" indent="-171450">
              <a:spcBef>
                <a:spcPts val="0"/>
              </a:spcBef>
              <a:buFont typeface="Financier Display" panose="02020503070506060203" pitchFamily="18" charset="0"/>
              <a:buChar char="—"/>
              <a:defRPr>
                <a:latin typeface="Calibre Light" panose="020B0303030202060203" pitchFamily="34" charset="0"/>
              </a:defRPr>
            </a:lvl3pPr>
            <a:lvl4pPr marL="342900" indent="-171450">
              <a:spcBef>
                <a:spcPts val="0"/>
              </a:spcBef>
              <a:buFont typeface="Financier Display" panose="02020503070506060203" pitchFamily="18" charset="0"/>
              <a:buChar char="—"/>
              <a:defRPr>
                <a:latin typeface="Calibre Light" panose="020B0303030202060203"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841575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2851983"/>
            <a:ext cx="1947672"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5631346" y="2851983"/>
            <a:ext cx="1947672"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9EADD532-B75A-4258-AC29-C8D025BF20A7}"/>
              </a:ext>
            </a:extLst>
          </p:cNvPr>
          <p:cNvSpPr>
            <a:spLocks noGrp="1"/>
          </p:cNvSpPr>
          <p:nvPr>
            <p:ph sz="quarter" idx="14"/>
          </p:nvPr>
        </p:nvSpPr>
        <p:spPr>
          <a:xfrm>
            <a:off x="7678244" y="2851983"/>
            <a:ext cx="1947672"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24BB281D-39A9-4C36-9770-9CE2852F74CE}"/>
              </a:ext>
            </a:extLst>
          </p:cNvPr>
          <p:cNvSpPr>
            <a:spLocks noGrp="1"/>
          </p:cNvSpPr>
          <p:nvPr>
            <p:ph sz="quarter" idx="15"/>
          </p:nvPr>
        </p:nvSpPr>
        <p:spPr>
          <a:xfrm>
            <a:off x="9725143" y="2851983"/>
            <a:ext cx="1947672" cy="3551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9676725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Column + 2 Subheading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3986633"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7"/>
            <a:ext cx="1947672" cy="480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35245" y="1601787"/>
            <a:ext cx="1947672" cy="480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14400"/>
            <a:ext cx="3986784"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0" name="Content Placeholder 3">
            <a:extLst>
              <a:ext uri="{FF2B5EF4-FFF2-40B4-BE49-F238E27FC236}">
                <a16:creationId xmlns:a16="http://schemas.microsoft.com/office/drawing/2014/main" id="{BB682FBA-E10C-49A4-BDD6-259592864FE4}"/>
              </a:ext>
            </a:extLst>
          </p:cNvPr>
          <p:cNvSpPr>
            <a:spLocks noGrp="1"/>
          </p:cNvSpPr>
          <p:nvPr>
            <p:ph sz="quarter" idx="16"/>
          </p:nvPr>
        </p:nvSpPr>
        <p:spPr>
          <a:xfrm>
            <a:off x="7683500" y="1601787"/>
            <a:ext cx="1947672" cy="480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a:extLst>
              <a:ext uri="{FF2B5EF4-FFF2-40B4-BE49-F238E27FC236}">
                <a16:creationId xmlns:a16="http://schemas.microsoft.com/office/drawing/2014/main" id="{492675E5-115E-49D4-9D4F-88FD98AD1529}"/>
              </a:ext>
            </a:extLst>
          </p:cNvPr>
          <p:cNvSpPr>
            <a:spLocks noGrp="1"/>
          </p:cNvSpPr>
          <p:nvPr>
            <p:ph sz="quarter" idx="17"/>
          </p:nvPr>
        </p:nvSpPr>
        <p:spPr>
          <a:xfrm>
            <a:off x="9722611" y="1601788"/>
            <a:ext cx="1947672" cy="4804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461793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 Image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14400"/>
            <a:ext cx="1947991"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7" y="3492063"/>
            <a:ext cx="1947991"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
            <a:extLst>
              <a:ext uri="{FF2B5EF4-FFF2-40B4-BE49-F238E27FC236}">
                <a16:creationId xmlns:a16="http://schemas.microsoft.com/office/drawing/2014/main" id="{8E24196C-EDCF-4421-93F5-2F0FC09A0AC8}"/>
              </a:ext>
            </a:extLst>
          </p:cNvPr>
          <p:cNvSpPr>
            <a:spLocks noGrp="1"/>
          </p:cNvSpPr>
          <p:nvPr>
            <p:ph type="pic" sz="quarter" idx="18"/>
          </p:nvPr>
        </p:nvSpPr>
        <p:spPr>
          <a:xfrm>
            <a:off x="3584447" y="1601788"/>
            <a:ext cx="1947991" cy="1563624"/>
          </a:xfrm>
        </p:spPr>
        <p:txBody>
          <a:bodyPr/>
          <a:lstStyle/>
          <a:p>
            <a:r>
              <a:rPr lang="en-US"/>
              <a:t>Click icon to add picture</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5633115" y="914400"/>
            <a:ext cx="1947991"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33909" y="3492063"/>
            <a:ext cx="1947991"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2">
            <a:extLst>
              <a:ext uri="{FF2B5EF4-FFF2-40B4-BE49-F238E27FC236}">
                <a16:creationId xmlns:a16="http://schemas.microsoft.com/office/drawing/2014/main" id="{47A2DD19-B20B-483D-8660-233B1AD6C184}"/>
              </a:ext>
            </a:extLst>
          </p:cNvPr>
          <p:cNvSpPr>
            <a:spLocks noGrp="1"/>
          </p:cNvSpPr>
          <p:nvPr>
            <p:ph type="pic" sz="quarter" idx="19"/>
          </p:nvPr>
        </p:nvSpPr>
        <p:spPr>
          <a:xfrm>
            <a:off x="5633115" y="1601788"/>
            <a:ext cx="1947991" cy="1563624"/>
          </a:xfrm>
        </p:spPr>
        <p:txBody>
          <a:bodyPr/>
          <a:lstStyle/>
          <a:p>
            <a:r>
              <a:rPr lang="en-US"/>
              <a:t>Click icon to add picture</a:t>
            </a:r>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7681786" y="914400"/>
            <a:ext cx="1947991"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7683372" y="3492063"/>
            <a:ext cx="1947991" cy="291191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F87E57F0-BBA5-46F3-8D80-066C33EA828B}"/>
              </a:ext>
            </a:extLst>
          </p:cNvPr>
          <p:cNvSpPr>
            <a:spLocks noGrp="1"/>
          </p:cNvSpPr>
          <p:nvPr>
            <p:ph type="pic" sz="quarter" idx="20"/>
          </p:nvPr>
        </p:nvSpPr>
        <p:spPr>
          <a:xfrm>
            <a:off x="7681786" y="1601788"/>
            <a:ext cx="1947991" cy="1563624"/>
          </a:xfrm>
        </p:spPr>
        <p:txBody>
          <a:bodyPr/>
          <a:lstStyle/>
          <a:p>
            <a:r>
              <a:rPr lang="en-US"/>
              <a:t>Click icon to add picture</a:t>
            </a:r>
          </a:p>
        </p:txBody>
      </p:sp>
      <p:sp>
        <p:nvSpPr>
          <p:cNvPr id="14" name="Subheading Placeholder 4">
            <a:extLst>
              <a:ext uri="{FF2B5EF4-FFF2-40B4-BE49-F238E27FC236}">
                <a16:creationId xmlns:a16="http://schemas.microsoft.com/office/drawing/2014/main" id="{8747FC40-DD0F-400B-B030-B52E1E681067}"/>
              </a:ext>
            </a:extLst>
          </p:cNvPr>
          <p:cNvSpPr>
            <a:spLocks noGrp="1"/>
          </p:cNvSpPr>
          <p:nvPr>
            <p:ph type="body" sz="quarter" idx="21" hasCustomPrompt="1"/>
          </p:nvPr>
        </p:nvSpPr>
        <p:spPr>
          <a:xfrm>
            <a:off x="9731375" y="914400"/>
            <a:ext cx="1947991" cy="584200"/>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20" name="Content Placeholder 4">
            <a:extLst>
              <a:ext uri="{FF2B5EF4-FFF2-40B4-BE49-F238E27FC236}">
                <a16:creationId xmlns:a16="http://schemas.microsoft.com/office/drawing/2014/main" id="{E8AF4775-5960-4028-BD81-98CE17CB9110}"/>
              </a:ext>
            </a:extLst>
          </p:cNvPr>
          <p:cNvSpPr>
            <a:spLocks noGrp="1"/>
          </p:cNvSpPr>
          <p:nvPr>
            <p:ph sz="quarter" idx="23"/>
          </p:nvPr>
        </p:nvSpPr>
        <p:spPr>
          <a:xfrm>
            <a:off x="9731375" y="3492500"/>
            <a:ext cx="1947863" cy="2911475"/>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4">
            <a:extLst>
              <a:ext uri="{FF2B5EF4-FFF2-40B4-BE49-F238E27FC236}">
                <a16:creationId xmlns:a16="http://schemas.microsoft.com/office/drawing/2014/main" id="{90576EDB-876E-43D9-B5AB-42B0946B0D46}"/>
              </a:ext>
            </a:extLst>
          </p:cNvPr>
          <p:cNvSpPr>
            <a:spLocks noGrp="1"/>
          </p:cNvSpPr>
          <p:nvPr>
            <p:ph type="pic" sz="quarter" idx="22"/>
          </p:nvPr>
        </p:nvSpPr>
        <p:spPr>
          <a:xfrm>
            <a:off x="9731375" y="1601788"/>
            <a:ext cx="1947991" cy="1563687"/>
          </a:xfrm>
        </p:spPr>
        <p:txBody>
          <a:bodyPr/>
          <a:lstStyle/>
          <a:p>
            <a:r>
              <a:rPr lang="en-US"/>
              <a:t>Click icon to add picture</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3998113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 Column Infographic">
    <p:spTree>
      <p:nvGrpSpPr>
        <p:cNvPr id="1" name=""/>
        <p:cNvGrpSpPr/>
        <p:nvPr/>
      </p:nvGrpSpPr>
      <p:grpSpPr>
        <a:xfrm>
          <a:off x="0" y="0"/>
          <a:ext cx="0" cy="0"/>
          <a:chOff x="0" y="0"/>
          <a:chExt cx="0" cy="0"/>
        </a:xfrm>
      </p:grpSpPr>
      <p:sp>
        <p:nvSpPr>
          <p:cNvPr id="8" name="GFX BG">
            <a:extLst>
              <a:ext uri="{FF2B5EF4-FFF2-40B4-BE49-F238E27FC236}">
                <a16:creationId xmlns:a16="http://schemas.microsoft.com/office/drawing/2014/main" id="{5D5A16FE-A1C9-492B-8503-3E55B28F933A}"/>
              </a:ext>
              <a:ext uri="{C183D7F6-B498-43B3-948B-1728B52AA6E4}">
                <adec:decorative xmlns:adec="http://schemas.microsoft.com/office/drawing/2017/decorative" val="1"/>
              </a:ext>
            </a:extLst>
          </p:cNvPr>
          <p:cNvSpPr/>
          <p:nvPr userDrawn="1"/>
        </p:nvSpPr>
        <p:spPr>
          <a:xfrm>
            <a:off x="511177" y="2852739"/>
            <a:ext cx="11168062" cy="35290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8"/>
            <a:ext cx="7068312" cy="1133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56551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Column Infographic">
    <p:spTree>
      <p:nvGrpSpPr>
        <p:cNvPr id="1" name=""/>
        <p:cNvGrpSpPr/>
        <p:nvPr/>
      </p:nvGrpSpPr>
      <p:grpSpPr>
        <a:xfrm>
          <a:off x="0" y="0"/>
          <a:ext cx="0" cy="0"/>
          <a:chOff x="0" y="0"/>
          <a:chExt cx="0" cy="0"/>
        </a:xfrm>
      </p:grpSpPr>
      <p:sp>
        <p:nvSpPr>
          <p:cNvPr id="8" name="GFX BG">
            <a:extLst>
              <a:ext uri="{FF2B5EF4-FFF2-40B4-BE49-F238E27FC236}">
                <a16:creationId xmlns:a16="http://schemas.microsoft.com/office/drawing/2014/main" id="{5D5A16FE-A1C9-492B-8503-3E55B28F933A}"/>
              </a:ext>
              <a:ext uri="{C183D7F6-B498-43B3-948B-1728B52AA6E4}">
                <adec:decorative xmlns:adec="http://schemas.microsoft.com/office/drawing/2017/decorative" val="1"/>
              </a:ext>
            </a:extLst>
          </p:cNvPr>
          <p:cNvSpPr/>
          <p:nvPr userDrawn="1"/>
        </p:nvSpPr>
        <p:spPr>
          <a:xfrm>
            <a:off x="511177" y="2852739"/>
            <a:ext cx="11168062" cy="35290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01788"/>
            <a:ext cx="3483864" cy="113385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D56F0673-94EF-48CC-9CE4-73C172F82EC0}"/>
              </a:ext>
            </a:extLst>
          </p:cNvPr>
          <p:cNvSpPr>
            <a:spLocks noGrp="1"/>
          </p:cNvSpPr>
          <p:nvPr>
            <p:ph sz="quarter" idx="13"/>
          </p:nvPr>
        </p:nvSpPr>
        <p:spPr>
          <a:xfrm>
            <a:off x="7169784" y="1601788"/>
            <a:ext cx="3483864" cy="113385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8909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Stat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1601788"/>
            <a:ext cx="2971800" cy="1325563"/>
          </a:xfrm>
        </p:spPr>
        <p:txBody>
          <a:bodyPr/>
          <a:lstStyle/>
          <a:p>
            <a:r>
              <a:rPr lang="en-US"/>
              <a:t>Click to edit Master title style</a:t>
            </a:r>
          </a:p>
        </p:txBody>
      </p:sp>
      <p:sp>
        <p:nvSpPr>
          <p:cNvPr id="8" name="Stat Placeholder 1">
            <a:extLst>
              <a:ext uri="{FF2B5EF4-FFF2-40B4-BE49-F238E27FC236}">
                <a16:creationId xmlns:a16="http://schemas.microsoft.com/office/drawing/2014/main" id="{BD5B0268-6D86-4322-907B-D2857B858C19}"/>
              </a:ext>
            </a:extLst>
          </p:cNvPr>
          <p:cNvSpPr>
            <a:spLocks noGrp="1"/>
          </p:cNvSpPr>
          <p:nvPr>
            <p:ph sz="quarter" idx="13" hasCustomPrompt="1"/>
          </p:nvPr>
        </p:nvSpPr>
        <p:spPr>
          <a:xfrm>
            <a:off x="3584448" y="1601788"/>
            <a:ext cx="2459736" cy="3026664"/>
          </a:xfrm>
          <a:solidFill>
            <a:schemeClr val="bg2"/>
          </a:solidFill>
        </p:spPr>
        <p:txBody>
          <a:bodyPr lIns="182880" tIns="182880" rIns="182880" bIns="182880"/>
          <a:lstStyle>
            <a:lvl1pPr marL="0" indent="0">
              <a:spcAft>
                <a:spcPts val="0"/>
              </a:spcAft>
              <a:buFontTx/>
              <a:buNone/>
              <a:defRPr lang="en-US" sz="6000" b="0" dirty="0" smtClean="0">
                <a:solidFill>
                  <a:srgbClr val="012A2D"/>
                </a:solidFill>
                <a:latin typeface="Calibre Light" panose="020B0303030202060203" pitchFamily="34" charset="0"/>
                <a:ea typeface="+mn-ea"/>
                <a:cs typeface="+mn-cs"/>
              </a:defRPr>
            </a:lvl1pPr>
            <a:lvl2pPr>
              <a:spcBef>
                <a:spcPts val="0"/>
              </a:spcBef>
              <a:spcAft>
                <a:spcPts val="600"/>
              </a:spcAft>
              <a:defRPr lang="en-US" sz="2200" dirty="0" smtClean="0">
                <a:solidFill>
                  <a:srgbClr val="012A2D"/>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rgbClr val="012A2D"/>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#value</a:t>
            </a:r>
          </a:p>
          <a:p>
            <a:pPr lvl="1"/>
            <a:r>
              <a:rPr lang="en-US"/>
              <a:t>unit</a:t>
            </a:r>
          </a:p>
          <a:p>
            <a:pPr lvl="2"/>
            <a:r>
              <a:rPr lang="en-US"/>
              <a:t>Description</a:t>
            </a:r>
          </a:p>
        </p:txBody>
      </p:sp>
      <p:sp>
        <p:nvSpPr>
          <p:cNvPr id="10" name="Stat Placeholder 2">
            <a:extLst>
              <a:ext uri="{FF2B5EF4-FFF2-40B4-BE49-F238E27FC236}">
                <a16:creationId xmlns:a16="http://schemas.microsoft.com/office/drawing/2014/main" id="{59502AB8-1EEA-43E9-995E-A64DEF4206AF}"/>
              </a:ext>
            </a:extLst>
          </p:cNvPr>
          <p:cNvSpPr>
            <a:spLocks noGrp="1"/>
          </p:cNvSpPr>
          <p:nvPr>
            <p:ph sz="quarter" idx="14" hasCustomPrompt="1"/>
          </p:nvPr>
        </p:nvSpPr>
        <p:spPr>
          <a:xfrm>
            <a:off x="6149085" y="1601788"/>
            <a:ext cx="2459736" cy="3026664"/>
          </a:xfrm>
          <a:solidFill>
            <a:schemeClr val="tx1"/>
          </a:solidFill>
        </p:spPr>
        <p:txBody>
          <a:bodyPr lIns="182880" tIns="182880" rIns="182880" bIns="182880"/>
          <a:lstStyle>
            <a:lvl1pPr marL="0" indent="0">
              <a:spcAft>
                <a:spcPts val="0"/>
              </a:spcAft>
              <a:buFontTx/>
              <a:buNone/>
              <a:defRPr lang="en-US" sz="6000" b="0" dirty="0" smtClean="0">
                <a:solidFill>
                  <a:schemeClr val="bg1"/>
                </a:solidFill>
                <a:latin typeface="Calibre Light" panose="020B0303030202060203" pitchFamily="34" charset="0"/>
                <a:ea typeface="+mn-ea"/>
                <a:cs typeface="+mn-cs"/>
              </a:defRPr>
            </a:lvl1pPr>
            <a:lvl2pPr>
              <a:spcBef>
                <a:spcPts val="0"/>
              </a:spcBef>
              <a:spcAft>
                <a:spcPts val="600"/>
              </a:spcAft>
              <a:defRPr lang="en-US" sz="2200" dirty="0" smtClean="0">
                <a:solidFill>
                  <a:schemeClr val="bg1"/>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chemeClr val="bg1"/>
                </a:solidFill>
                <a:latin typeface="Calibre Semibold" panose="020B0703030202060203" pitchFamily="34" charset="0"/>
                <a:ea typeface="+mn-ea"/>
                <a:cs typeface="+mn-cs"/>
              </a:defRPr>
            </a:lvl3pPr>
            <a:lvl4pPr marL="173736">
              <a:spcBef>
                <a:spcPts val="300"/>
              </a:spcBef>
              <a:spcAft>
                <a:spcPts val="300"/>
              </a:spcAft>
              <a:buClr>
                <a:schemeClr val="bg1"/>
              </a:buClr>
              <a:defRPr lang="en-US" sz="1200" b="0" dirty="0">
                <a:solidFill>
                  <a:schemeClr val="bg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bg1"/>
                </a:solidFill>
                <a:latin typeface="Calibre" panose="020B05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#value</a:t>
            </a:r>
          </a:p>
          <a:p>
            <a:pPr lvl="1"/>
            <a:r>
              <a:rPr lang="en-US"/>
              <a:t>unit</a:t>
            </a:r>
          </a:p>
          <a:p>
            <a:pPr lvl="2"/>
            <a:r>
              <a:rPr lang="en-US"/>
              <a:t>Description</a:t>
            </a:r>
          </a:p>
        </p:txBody>
      </p:sp>
      <p:sp>
        <p:nvSpPr>
          <p:cNvPr id="12" name="Stat Placeholder 3">
            <a:extLst>
              <a:ext uri="{FF2B5EF4-FFF2-40B4-BE49-F238E27FC236}">
                <a16:creationId xmlns:a16="http://schemas.microsoft.com/office/drawing/2014/main" id="{24107E57-4088-4008-A2A0-5AE3E7C5938D}"/>
              </a:ext>
            </a:extLst>
          </p:cNvPr>
          <p:cNvSpPr>
            <a:spLocks noGrp="1"/>
          </p:cNvSpPr>
          <p:nvPr>
            <p:ph sz="quarter" idx="15" hasCustomPrompt="1"/>
          </p:nvPr>
        </p:nvSpPr>
        <p:spPr>
          <a:xfrm>
            <a:off x="8713722" y="1601788"/>
            <a:ext cx="2459736" cy="3026664"/>
          </a:xfrm>
          <a:solidFill>
            <a:schemeClr val="tx2"/>
          </a:solidFill>
        </p:spPr>
        <p:txBody>
          <a:bodyPr lIns="182880" tIns="182880" rIns="182880" bIns="182880"/>
          <a:lstStyle>
            <a:lvl1pPr marL="0" indent="0">
              <a:spcAft>
                <a:spcPts val="0"/>
              </a:spcAft>
              <a:buFontTx/>
              <a:buNone/>
              <a:defRPr lang="en-US" sz="6000" b="0" dirty="0" smtClean="0">
                <a:solidFill>
                  <a:schemeClr val="tx1"/>
                </a:solidFill>
                <a:latin typeface="Calibre Light" panose="020B0303030202060203" pitchFamily="34" charset="0"/>
                <a:ea typeface="+mn-ea"/>
                <a:cs typeface="+mn-cs"/>
              </a:defRPr>
            </a:lvl1pPr>
            <a:lvl2pPr>
              <a:spcBef>
                <a:spcPts val="0"/>
              </a:spcBef>
              <a:spcAft>
                <a:spcPts val="600"/>
              </a:spcAft>
              <a:defRPr lang="en-US" sz="2200" dirty="0" smtClean="0">
                <a:solidFill>
                  <a:schemeClr val="tx1"/>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chemeClr val="tx1"/>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#value</a:t>
            </a:r>
          </a:p>
          <a:p>
            <a:pPr lvl="1"/>
            <a:r>
              <a:rPr lang="en-US"/>
              <a:t>unit</a:t>
            </a:r>
          </a:p>
          <a:p>
            <a:pPr lvl="2"/>
            <a:r>
              <a:rPr lang="en-US"/>
              <a:t>Description</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4983479"/>
            <a:ext cx="7589010" cy="899795"/>
          </a:xfrm>
        </p:spPr>
        <p:txBody>
          <a:bodyPr tIns="100584"/>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303043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4097338" y="914400"/>
            <a:ext cx="2971800" cy="585216"/>
          </a:xfrm>
        </p:spPr>
        <p:txBody>
          <a:bodyPr/>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511175"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D109E005-B2BA-4999-8A04-E6B566F973B6}"/>
              </a:ext>
            </a:extLst>
          </p:cNvPr>
          <p:cNvSpPr>
            <a:spLocks noGrp="1"/>
          </p:cNvSpPr>
          <p:nvPr>
            <p:ph sz="quarter" idx="14" hasCustomPrompt="1"/>
          </p:nvPr>
        </p:nvSpPr>
        <p:spPr>
          <a:xfrm>
            <a:off x="2430234"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45962CF-14ED-433A-BEBC-3DEED0C8B537}"/>
              </a:ext>
            </a:extLst>
          </p:cNvPr>
          <p:cNvSpPr>
            <a:spLocks noGrp="1"/>
          </p:cNvSpPr>
          <p:nvPr>
            <p:ph sz="quarter" idx="15" hasCustomPrompt="1"/>
          </p:nvPr>
        </p:nvSpPr>
        <p:spPr>
          <a:xfrm>
            <a:off x="4349293"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17" name="Content Placeholder 4">
            <a:extLst>
              <a:ext uri="{FF2B5EF4-FFF2-40B4-BE49-F238E27FC236}">
                <a16:creationId xmlns:a16="http://schemas.microsoft.com/office/drawing/2014/main" id="{518F096B-0147-4946-81A3-07EB1711EDC7}"/>
              </a:ext>
            </a:extLst>
          </p:cNvPr>
          <p:cNvSpPr>
            <a:spLocks noGrp="1"/>
          </p:cNvSpPr>
          <p:nvPr>
            <p:ph sz="quarter" idx="16" hasCustomPrompt="1"/>
          </p:nvPr>
        </p:nvSpPr>
        <p:spPr>
          <a:xfrm>
            <a:off x="6268352"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EA40C76A-4A1B-426F-A0F3-27766FBEEA41}"/>
              </a:ext>
            </a:extLst>
          </p:cNvPr>
          <p:cNvSpPr>
            <a:spLocks noGrp="1"/>
          </p:cNvSpPr>
          <p:nvPr>
            <p:ph sz="quarter" idx="17" hasCustomPrompt="1"/>
          </p:nvPr>
        </p:nvSpPr>
        <p:spPr>
          <a:xfrm>
            <a:off x="8187411"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21" name="Content Placeholder 6">
            <a:extLst>
              <a:ext uri="{FF2B5EF4-FFF2-40B4-BE49-F238E27FC236}">
                <a16:creationId xmlns:a16="http://schemas.microsoft.com/office/drawing/2014/main" id="{00880DC7-B2DC-443C-BD83-32F04028CCEB}"/>
              </a:ext>
            </a:extLst>
          </p:cNvPr>
          <p:cNvSpPr>
            <a:spLocks noGrp="1"/>
          </p:cNvSpPr>
          <p:nvPr>
            <p:ph sz="quarter" idx="18" hasCustomPrompt="1"/>
          </p:nvPr>
        </p:nvSpPr>
        <p:spPr>
          <a:xfrm>
            <a:off x="10106470"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23" name="Content Placeholder 7">
            <a:extLst>
              <a:ext uri="{FF2B5EF4-FFF2-40B4-BE49-F238E27FC236}">
                <a16:creationId xmlns:a16="http://schemas.microsoft.com/office/drawing/2014/main" id="{6DDE0339-BB90-41F5-96AE-14CB971FF015}"/>
              </a:ext>
            </a:extLst>
          </p:cNvPr>
          <p:cNvSpPr>
            <a:spLocks noGrp="1"/>
          </p:cNvSpPr>
          <p:nvPr>
            <p:ph sz="quarter" idx="19" hasCustomPrompt="1"/>
          </p:nvPr>
        </p:nvSpPr>
        <p:spPr>
          <a:xfrm>
            <a:off x="511175"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25" name="Content Placeholder 8">
            <a:extLst>
              <a:ext uri="{FF2B5EF4-FFF2-40B4-BE49-F238E27FC236}">
                <a16:creationId xmlns:a16="http://schemas.microsoft.com/office/drawing/2014/main" id="{A1F04957-65BD-46E7-8548-07F8CDAC2190}"/>
              </a:ext>
            </a:extLst>
          </p:cNvPr>
          <p:cNvSpPr>
            <a:spLocks noGrp="1"/>
          </p:cNvSpPr>
          <p:nvPr>
            <p:ph sz="quarter" idx="20" hasCustomPrompt="1"/>
          </p:nvPr>
        </p:nvSpPr>
        <p:spPr>
          <a:xfrm>
            <a:off x="2430234"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9">
            <a:extLst>
              <a:ext uri="{FF2B5EF4-FFF2-40B4-BE49-F238E27FC236}">
                <a16:creationId xmlns:a16="http://schemas.microsoft.com/office/drawing/2014/main" id="{740494B8-C381-414A-BB7A-A8D06AE30DB3}"/>
              </a:ext>
            </a:extLst>
          </p:cNvPr>
          <p:cNvSpPr>
            <a:spLocks noGrp="1"/>
          </p:cNvSpPr>
          <p:nvPr>
            <p:ph sz="quarter" idx="21" hasCustomPrompt="1"/>
          </p:nvPr>
        </p:nvSpPr>
        <p:spPr>
          <a:xfrm>
            <a:off x="4349293"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29" name="Content Placeholder 10">
            <a:extLst>
              <a:ext uri="{FF2B5EF4-FFF2-40B4-BE49-F238E27FC236}">
                <a16:creationId xmlns:a16="http://schemas.microsoft.com/office/drawing/2014/main" id="{2C81939D-325D-4011-9F79-84C4BFECFDF8}"/>
              </a:ext>
            </a:extLst>
          </p:cNvPr>
          <p:cNvSpPr>
            <a:spLocks noGrp="1"/>
          </p:cNvSpPr>
          <p:nvPr>
            <p:ph sz="quarter" idx="22" hasCustomPrompt="1"/>
          </p:nvPr>
        </p:nvSpPr>
        <p:spPr>
          <a:xfrm>
            <a:off x="6268352"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31" name="Content Placeholder 11">
            <a:extLst>
              <a:ext uri="{FF2B5EF4-FFF2-40B4-BE49-F238E27FC236}">
                <a16:creationId xmlns:a16="http://schemas.microsoft.com/office/drawing/2014/main" id="{756E2DB3-5433-44FE-AD07-FBBE3D440AB4}"/>
              </a:ext>
            </a:extLst>
          </p:cNvPr>
          <p:cNvSpPr>
            <a:spLocks noGrp="1"/>
          </p:cNvSpPr>
          <p:nvPr>
            <p:ph sz="quarter" idx="23" hasCustomPrompt="1"/>
          </p:nvPr>
        </p:nvSpPr>
        <p:spPr>
          <a:xfrm>
            <a:off x="8187411"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
        <p:nvSpPr>
          <p:cNvPr id="33" name="Content Placeholder 12">
            <a:extLst>
              <a:ext uri="{FF2B5EF4-FFF2-40B4-BE49-F238E27FC236}">
                <a16:creationId xmlns:a16="http://schemas.microsoft.com/office/drawing/2014/main" id="{357A8F6B-63E2-4777-82D3-6D7B324D3ED2}"/>
              </a:ext>
            </a:extLst>
          </p:cNvPr>
          <p:cNvSpPr>
            <a:spLocks noGrp="1"/>
          </p:cNvSpPr>
          <p:nvPr>
            <p:ph sz="quarter" idx="24" hasCustomPrompt="1"/>
          </p:nvPr>
        </p:nvSpPr>
        <p:spPr>
          <a:xfrm>
            <a:off x="10106470"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70632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 Notes">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409074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287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273280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Viz - Text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3" cy="398398"/>
          </a:xfrm>
        </p:spPr>
        <p:txBody>
          <a:bodyPr/>
          <a:lstStyle/>
          <a:p>
            <a:r>
              <a:rPr lang="en-US"/>
              <a:t>Click to edit Master title style</a:t>
            </a:r>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508000" y="1601787"/>
            <a:ext cx="2973388" cy="4494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2987" y="973138"/>
            <a:ext cx="8097837" cy="526478"/>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3582988" y="1600200"/>
            <a:ext cx="8097837" cy="4495800"/>
          </a:xfrm>
        </p:spPr>
        <p:txBody>
          <a:bodyPr/>
          <a:lstStyle/>
          <a:p>
            <a:r>
              <a:rPr lang="en-US"/>
              <a:t>Click icon to add chart</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272784"/>
            <a:ext cx="1117396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9" name="DV Layouts Note">
            <a:extLst>
              <a:ext uri="{FF2B5EF4-FFF2-40B4-BE49-F238E27FC236}">
                <a16:creationId xmlns:a16="http://schemas.microsoft.com/office/drawing/2014/main" id="{CEB4F623-0894-4D0D-8978-0BFBBCC955C5}"/>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2708765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taViz - 1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1" cy="398398"/>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73138"/>
            <a:ext cx="8097839" cy="526478"/>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0" y="1600200"/>
            <a:ext cx="11172825" cy="4495800"/>
          </a:xfrm>
        </p:spPr>
        <p:txBody>
          <a:bodyPr/>
          <a:lstStyle/>
          <a:p>
            <a:r>
              <a:rPr lang="en-US"/>
              <a:t>Click icon to add chart</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272784"/>
            <a:ext cx="1117396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10" name="DV Layouts Note">
            <a:extLst>
              <a:ext uri="{FF2B5EF4-FFF2-40B4-BE49-F238E27FC236}">
                <a16:creationId xmlns:a16="http://schemas.microsoft.com/office/drawing/2014/main" id="{51D99AF8-9FD7-44A5-A020-D8C795C93B81}"/>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23083182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ataViz - 2 Charts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1" cy="398398"/>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73138"/>
            <a:ext cx="2973388" cy="526478"/>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0" y="1600200"/>
            <a:ext cx="2973388" cy="4495800"/>
          </a:xfrm>
        </p:spPr>
        <p:txBody>
          <a:bodyPr/>
          <a:lstStyle/>
          <a:p>
            <a:r>
              <a:rPr lang="en-US"/>
              <a:t>Click icon to add chart</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272784"/>
            <a:ext cx="297338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3582988" y="973138"/>
            <a:ext cx="8101012" cy="525462"/>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3582988" y="1600200"/>
            <a:ext cx="8101012" cy="4495800"/>
          </a:xfrm>
        </p:spPr>
        <p:txBody>
          <a:bodyPr/>
          <a:lstStyle/>
          <a:p>
            <a:r>
              <a:rPr lang="en-US"/>
              <a:t>Click icon to add chart</a:t>
            </a:r>
          </a:p>
        </p:txBody>
      </p:sp>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3582988" y="6272784"/>
            <a:ext cx="8101012"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13" name="DV Layouts Note">
            <a:extLst>
              <a:ext uri="{FF2B5EF4-FFF2-40B4-BE49-F238E27FC236}">
                <a16:creationId xmlns:a16="http://schemas.microsoft.com/office/drawing/2014/main" id="{AFE74D9D-B158-4A4A-A854-4C3393AE428D}"/>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346989542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taViz - 2 Charts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1" cy="398398"/>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8" y="974154"/>
            <a:ext cx="5535613" cy="525462"/>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7999" y="1600200"/>
            <a:ext cx="5535613" cy="4495800"/>
          </a:xfrm>
        </p:spPr>
        <p:txBody>
          <a:bodyPr/>
          <a:lstStyle/>
          <a:p>
            <a:r>
              <a:rPr lang="en-US"/>
              <a:t>Click icon to add chart</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7999" y="6272784"/>
            <a:ext cx="5535613"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6148386" y="973138"/>
            <a:ext cx="5535614" cy="525462"/>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6148386" y="1600200"/>
            <a:ext cx="5535614" cy="4495800"/>
          </a:xfrm>
        </p:spPr>
        <p:txBody>
          <a:bodyPr/>
          <a:lstStyle/>
          <a:p>
            <a:r>
              <a:rPr lang="en-US"/>
              <a:t>Click icon to add chart</a:t>
            </a:r>
          </a:p>
        </p:txBody>
      </p:sp>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6148386" y="6272784"/>
            <a:ext cx="5535614"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13" name="DV Layouts Note">
            <a:extLst>
              <a:ext uri="{FF2B5EF4-FFF2-40B4-BE49-F238E27FC236}">
                <a16:creationId xmlns:a16="http://schemas.microsoft.com/office/drawing/2014/main" id="{88CAF75D-B012-4E40-AB88-8AD1A8AB34E8}"/>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7047770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taViz - 3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1" cy="398398"/>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73138"/>
            <a:ext cx="3486150" cy="526478"/>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0" y="1600200"/>
            <a:ext cx="3486150" cy="4495800"/>
          </a:xfrm>
        </p:spPr>
        <p:txBody>
          <a:bodyPr/>
          <a:lstStyle/>
          <a:p>
            <a:r>
              <a:rPr lang="en-US"/>
              <a:t>Click icon to add chart</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274437"/>
            <a:ext cx="3486150"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4094163" y="973138"/>
            <a:ext cx="3483864" cy="525462"/>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4094163" y="1600200"/>
            <a:ext cx="3483864" cy="4495800"/>
          </a:xfrm>
        </p:spPr>
        <p:txBody>
          <a:bodyPr/>
          <a:lstStyle/>
          <a:p>
            <a:r>
              <a:rPr lang="en-US"/>
              <a:t>Click icon to add chart</a:t>
            </a:r>
          </a:p>
        </p:txBody>
      </p:sp>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4094163" y="6272784"/>
            <a:ext cx="3483864"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5" name="Subheading Placeholder 3">
            <a:extLst>
              <a:ext uri="{FF2B5EF4-FFF2-40B4-BE49-F238E27FC236}">
                <a16:creationId xmlns:a16="http://schemas.microsoft.com/office/drawing/2014/main" id="{0CCB7705-183B-47CB-8EBE-D47E0F723930}"/>
              </a:ext>
            </a:extLst>
          </p:cNvPr>
          <p:cNvSpPr>
            <a:spLocks noGrp="1"/>
          </p:cNvSpPr>
          <p:nvPr>
            <p:ph type="body" sz="quarter" idx="19" hasCustomPrompt="1"/>
          </p:nvPr>
        </p:nvSpPr>
        <p:spPr>
          <a:xfrm>
            <a:off x="7678040" y="973138"/>
            <a:ext cx="3483864" cy="525462"/>
          </a:xfrm>
        </p:spPr>
        <p:txBody>
          <a:bodyPr anchor="b"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2" name="Chart Placeholder 3">
            <a:extLst>
              <a:ext uri="{FF2B5EF4-FFF2-40B4-BE49-F238E27FC236}">
                <a16:creationId xmlns:a16="http://schemas.microsoft.com/office/drawing/2014/main" id="{41D3DC06-D2A2-4F90-B91A-8FFA8737D3B8}"/>
              </a:ext>
            </a:extLst>
          </p:cNvPr>
          <p:cNvSpPr>
            <a:spLocks noGrp="1"/>
          </p:cNvSpPr>
          <p:nvPr>
            <p:ph type="chart" sz="quarter" idx="20"/>
          </p:nvPr>
        </p:nvSpPr>
        <p:spPr>
          <a:xfrm>
            <a:off x="7678040" y="1600200"/>
            <a:ext cx="3483864" cy="4495800"/>
          </a:xfrm>
        </p:spPr>
        <p:txBody>
          <a:bodyPr/>
          <a:lstStyle/>
          <a:p>
            <a:r>
              <a:rPr lang="en-US"/>
              <a:t>Click icon to add chart</a:t>
            </a:r>
          </a:p>
        </p:txBody>
      </p:sp>
      <p:sp>
        <p:nvSpPr>
          <p:cNvPr id="14" name="Source Placeholder 3">
            <a:extLst>
              <a:ext uri="{FF2B5EF4-FFF2-40B4-BE49-F238E27FC236}">
                <a16:creationId xmlns:a16="http://schemas.microsoft.com/office/drawing/2014/main" id="{D6AE0AA0-FEF7-46E7-8BC9-EB6D66ADC8E4}"/>
              </a:ext>
            </a:extLst>
          </p:cNvPr>
          <p:cNvSpPr>
            <a:spLocks noGrp="1"/>
          </p:cNvSpPr>
          <p:nvPr>
            <p:ph type="body" sz="quarter" idx="21" hasCustomPrompt="1"/>
          </p:nvPr>
        </p:nvSpPr>
        <p:spPr>
          <a:xfrm>
            <a:off x="7678040" y="6272784"/>
            <a:ext cx="3483864"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Source:</a:t>
            </a:r>
          </a:p>
        </p:txBody>
      </p:sp>
      <p:sp>
        <p:nvSpPr>
          <p:cNvPr id="13" name="DV Layouts Note">
            <a:extLst>
              <a:ext uri="{FF2B5EF4-FFF2-40B4-BE49-F238E27FC236}">
                <a16:creationId xmlns:a16="http://schemas.microsoft.com/office/drawing/2014/main" id="{6436AFDF-89FA-4C16-A1C9-EF5CB9EA5A07}"/>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198356602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ataViz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5" y="477903"/>
            <a:ext cx="8094661" cy="398398"/>
          </a:xfrm>
        </p:spPr>
        <p:txBody>
          <a:bodyPr/>
          <a:lstStyle/>
          <a:p>
            <a:r>
              <a:rPr lang="en-US"/>
              <a:t>Click to edit Master title style</a:t>
            </a:r>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73138"/>
            <a:ext cx="8097839" cy="526478"/>
          </a:xfrm>
        </p:spPr>
        <p:txBody>
          <a:bodyPr anchor="t" anchorCtr="0"/>
          <a:lstStyle>
            <a:lvl1pPr>
              <a:spcAft>
                <a:spcPts val="600"/>
              </a:spcAft>
              <a:defRPr lang="en-US" sz="16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6" name="DV Layouts Note">
            <a:extLst>
              <a:ext uri="{FF2B5EF4-FFF2-40B4-BE49-F238E27FC236}">
                <a16:creationId xmlns:a16="http://schemas.microsoft.com/office/drawing/2014/main" id="{1E25DC8C-3687-40C0-BB05-D79FAF0A74D8}"/>
              </a:ext>
              <a:ext uri="{C183D7F6-B498-43B3-948B-1728B52AA6E4}">
                <adec:decorative xmlns:adec="http://schemas.microsoft.com/office/drawing/2017/decorative" val="1"/>
              </a:ext>
            </a:extLst>
          </p:cNvPr>
          <p:cNvSpPr/>
          <p:nvPr userDrawn="1"/>
        </p:nvSpPr>
        <p:spPr>
          <a:xfrm>
            <a:off x="-1600200" y="-2"/>
            <a:ext cx="1308059" cy="2362201"/>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200">
                <a:solidFill>
                  <a:schemeClr val="bg1"/>
                </a:solidFill>
                <a:latin typeface="Calibre-Semibold" panose="020B0703030202060203" pitchFamily="34" charset="0"/>
              </a:rPr>
              <a:t>DataViz layout options are </a:t>
            </a:r>
            <a:br>
              <a:rPr lang="en-US" sz="1200">
                <a:solidFill>
                  <a:schemeClr val="bg1"/>
                </a:solidFill>
                <a:latin typeface="Calibre-Semibold" panose="020B0703030202060203" pitchFamily="34" charset="0"/>
              </a:rPr>
            </a:br>
            <a:r>
              <a:rPr lang="en-US"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US"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US" sz="1200">
                <a:solidFill>
                  <a:schemeClr val="bg1"/>
                </a:solidFill>
                <a:latin typeface="+mn-lt"/>
              </a:rPr>
              <a:t>Complex charts requiring extra room such as org or Gantt charts</a:t>
            </a:r>
          </a:p>
        </p:txBody>
      </p:sp>
    </p:spTree>
    <p:extLst>
      <p:ext uri="{BB962C8B-B14F-4D97-AF65-F5344CB8AC3E}">
        <p14:creationId xmlns:p14="http://schemas.microsoft.com/office/powerpoint/2010/main" val="24247393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sp>
        <p:nvSpPr>
          <p:cNvPr id="5" name="Coordinates">
            <a:extLst>
              <a:ext uri="{FF2B5EF4-FFF2-40B4-BE49-F238E27FC236}">
                <a16:creationId xmlns:a16="http://schemas.microsoft.com/office/drawing/2014/main" id="{735830CE-2387-4F0C-BB9A-0C9CFCCAC27F}"/>
              </a:ext>
              <a:ext uri="{C183D7F6-B498-43B3-948B-1728B52AA6E4}">
                <adec:decorative xmlns:adec="http://schemas.microsoft.com/office/drawing/2017/decorative" val="1"/>
              </a:ext>
            </a:extLst>
          </p:cNvPr>
          <p:cNvSpPr>
            <a:spLocks noGrp="1"/>
          </p:cNvSpPr>
          <p:nvPr>
            <p:ph sz="quarter" idx="47" hasCustomPrompt="1"/>
          </p:nvPr>
        </p:nvSpPr>
        <p:spPr>
          <a:xfrm>
            <a:off x="503238" y="1317625"/>
            <a:ext cx="2970212" cy="180975"/>
          </a:xfrm>
        </p:spPr>
        <p:txBody>
          <a:bodyPr wrap="none" anchor="b" anchorCtr="0"/>
          <a:lstStyle>
            <a:lvl1pPr>
              <a:defRPr sz="900">
                <a:solidFill>
                  <a:srgbClr val="80BBAD"/>
                </a:solidFill>
                <a:latin typeface="Space Mono" panose="02000509040000020004" pitchFamily="49" charset="0"/>
              </a:defRPr>
            </a:lvl1pPr>
          </a:lstStyle>
          <a:p>
            <a:pPr lvl="0"/>
            <a:r>
              <a:rPr lang="en-US"/>
              <a:t>Coordinates Here</a:t>
            </a:r>
          </a:p>
        </p:txBody>
      </p:sp>
      <p:sp>
        <p:nvSpPr>
          <p:cNvPr id="10" name="Title 1">
            <a:extLst>
              <a:ext uri="{FF2B5EF4-FFF2-40B4-BE49-F238E27FC236}">
                <a16:creationId xmlns:a16="http://schemas.microsoft.com/office/drawing/2014/main" id="{477F03F6-9538-49CE-8D06-38030765E7BB}"/>
              </a:ext>
            </a:extLst>
          </p:cNvPr>
          <p:cNvSpPr>
            <a:spLocks noGrp="1"/>
          </p:cNvSpPr>
          <p:nvPr>
            <p:ph type="title" hasCustomPrompt="1"/>
          </p:nvPr>
        </p:nvSpPr>
        <p:spPr>
          <a:xfrm>
            <a:off x="511175" y="1601789"/>
            <a:ext cx="7581899" cy="1149350"/>
          </a:xfrm>
        </p:spPr>
        <p:txBody>
          <a:bodyPr/>
          <a:lstStyle>
            <a:lvl1pPr>
              <a:defRPr/>
            </a:lvl1pPr>
          </a:lstStyle>
          <a:p>
            <a:r>
              <a:rPr lang="en-US"/>
              <a:t>Asset/Property name,</a:t>
            </a:r>
            <a:br>
              <a:rPr lang="en-US"/>
            </a:br>
            <a:r>
              <a:rPr lang="en-US"/>
              <a:t>City name</a:t>
            </a:r>
          </a:p>
        </p:txBody>
      </p:sp>
      <p:sp>
        <p:nvSpPr>
          <p:cNvPr id="31" name="Content Placeholder 1">
            <a:extLst>
              <a:ext uri="{FF2B5EF4-FFF2-40B4-BE49-F238E27FC236}">
                <a16:creationId xmlns:a16="http://schemas.microsoft.com/office/drawing/2014/main" id="{5FF70B67-C845-4CFA-837C-62210E7EFBF0}"/>
              </a:ext>
            </a:extLst>
          </p:cNvPr>
          <p:cNvSpPr>
            <a:spLocks noGrp="1"/>
          </p:cNvSpPr>
          <p:nvPr>
            <p:ph sz="quarter" idx="37"/>
          </p:nvPr>
        </p:nvSpPr>
        <p:spPr>
          <a:xfrm>
            <a:off x="511177" y="2852738"/>
            <a:ext cx="2452686" cy="3551237"/>
          </a:xfrm>
          <a:solidFill>
            <a:schemeClr val="tx1"/>
          </a:solidFill>
        </p:spPr>
        <p:txBody>
          <a:bodyPr lIns="73152" tIns="73152" rIns="73152"/>
          <a:lstStyle>
            <a:lvl1pPr marL="0" indent="0">
              <a:spcBef>
                <a:spcPts val="600"/>
              </a:spcBef>
              <a:spcAft>
                <a:spcPts val="0"/>
              </a:spcAft>
              <a:defRPr sz="1600">
                <a:solidFill>
                  <a:schemeClr val="bg1"/>
                </a:solidFill>
                <a:latin typeface="Calibre Semibold" panose="020B0703030202060203" pitchFamily="34" charset="0"/>
              </a:defRPr>
            </a:lvl1pPr>
            <a:lvl2pPr>
              <a:spcBef>
                <a:spcPts val="300"/>
              </a:spcBef>
              <a:spcAft>
                <a:spcPts val="600"/>
              </a:spcAft>
              <a:defRPr sz="1200">
                <a:solidFill>
                  <a:schemeClr val="bg1"/>
                </a:solidFill>
                <a:latin typeface="+mn-lt"/>
              </a:defRPr>
            </a:lvl2pPr>
            <a:lvl3pPr marL="171450" indent="-171450">
              <a:spcAft>
                <a:spcPts val="300"/>
              </a:spcAft>
              <a:buFont typeface="Arial" panose="020B0604020202020204" pitchFamily="34" charset="0"/>
              <a:buChar char="‒"/>
              <a:defRPr>
                <a:solidFill>
                  <a:schemeClr val="bg1"/>
                </a:solidFill>
              </a:defRPr>
            </a:lvl3pPr>
            <a:lvl4pPr marL="342900" indent="-171450">
              <a:spcBef>
                <a:spcPts val="0"/>
              </a:spcBef>
              <a:spcAft>
                <a:spcPts val="300"/>
              </a:spcAft>
              <a:defRPr sz="1200">
                <a:solidFill>
                  <a:schemeClr val="bg1"/>
                </a:solidFill>
              </a:defRPr>
            </a:lvl4pPr>
            <a:lvl5pPr marL="342900" indent="-166688">
              <a:spcBef>
                <a:spcPts val="0"/>
              </a:spcBef>
              <a:spcAft>
                <a:spcPts val="300"/>
              </a:spcAf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Content Placeholder 2">
            <a:extLst>
              <a:ext uri="{FF2B5EF4-FFF2-40B4-BE49-F238E27FC236}">
                <a16:creationId xmlns:a16="http://schemas.microsoft.com/office/drawing/2014/main" id="{B7EEA141-FDB4-406C-9BF3-6371663430BD}"/>
              </a:ext>
            </a:extLst>
          </p:cNvPr>
          <p:cNvSpPr>
            <a:spLocks noGrp="1"/>
          </p:cNvSpPr>
          <p:nvPr>
            <p:ph sz="quarter" idx="46"/>
          </p:nvPr>
        </p:nvSpPr>
        <p:spPr>
          <a:xfrm>
            <a:off x="3073400" y="2852738"/>
            <a:ext cx="5019675" cy="3551237"/>
          </a:xfrm>
        </p:spPr>
        <p:txBody>
          <a:bodyPr tIns="73152"/>
          <a:lstStyle>
            <a:lvl1pPr marL="0" indent="0">
              <a:spcBef>
                <a:spcPts val="0"/>
              </a:spcBef>
              <a:spcAft>
                <a:spcPts val="600"/>
              </a:spcAft>
              <a:defRPr sz="1600">
                <a:latin typeface="Calibre Semibold" panose="020B0703030202060203" pitchFamily="34" charset="0"/>
              </a:defRPr>
            </a:lvl1pPr>
            <a:lvl2pPr>
              <a:spcBef>
                <a:spcPts val="0"/>
              </a:spcBef>
              <a:spcAft>
                <a:spcPts val="600"/>
              </a:spcAft>
              <a:defRPr sz="1200">
                <a:latin typeface="+mn-lt"/>
              </a:defRPr>
            </a:lvl2pPr>
            <a:lvl3pPr marL="171450" indent="-171450">
              <a:spcAft>
                <a:spcPts val="300"/>
              </a:spcAft>
              <a:buFont typeface="Arial" panose="020B0604020202020204" pitchFamily="34" charset="0"/>
              <a:buChar char="‒"/>
              <a:defRPr/>
            </a:lvl3pPr>
            <a:lvl4pPr marL="342900" indent="-171450">
              <a:spcBef>
                <a:spcPts val="0"/>
              </a:spcBef>
              <a:spcAft>
                <a:spcPts val="300"/>
              </a:spcAft>
              <a:defRPr sz="1200"/>
            </a:lvl4pPr>
            <a:lvl5pPr marL="342900" indent="-166688">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Quote Text Placeholder">
            <a:extLst>
              <a:ext uri="{FF2B5EF4-FFF2-40B4-BE49-F238E27FC236}">
                <a16:creationId xmlns:a16="http://schemas.microsoft.com/office/drawing/2014/main" id="{1C3633B3-6BD8-4C62-AB77-AE4A03FED68F}"/>
              </a:ext>
            </a:extLst>
          </p:cNvPr>
          <p:cNvSpPr>
            <a:spLocks noGrp="1"/>
          </p:cNvSpPr>
          <p:nvPr>
            <p:ph type="body" sz="quarter" idx="48" hasCustomPrompt="1"/>
          </p:nvPr>
        </p:nvSpPr>
        <p:spPr>
          <a:xfrm>
            <a:off x="8194675" y="1601788"/>
            <a:ext cx="3484563" cy="649224"/>
          </a:xfrm>
        </p:spPr>
        <p:txBody>
          <a:bodyPr rIns="0" anchor="b" anchorCtr="0"/>
          <a:lstStyle>
            <a:lvl1pPr algn="r">
              <a:defRPr sz="1600">
                <a:solidFill>
                  <a:srgbClr val="80BBAD"/>
                </a:solidFill>
              </a:defRPr>
            </a:lvl1pPr>
          </a:lstStyle>
          <a:p>
            <a:pPr lvl="0"/>
            <a:r>
              <a:rPr lang="en-US"/>
              <a:t>Quote Text here</a:t>
            </a:r>
          </a:p>
        </p:txBody>
      </p:sp>
      <p:sp>
        <p:nvSpPr>
          <p:cNvPr id="24" name="Quote Name Placeholder">
            <a:extLst>
              <a:ext uri="{FF2B5EF4-FFF2-40B4-BE49-F238E27FC236}">
                <a16:creationId xmlns:a16="http://schemas.microsoft.com/office/drawing/2014/main" id="{4A30F32B-E426-4724-BE90-F0B8DDAFDF48}"/>
              </a:ext>
            </a:extLst>
          </p:cNvPr>
          <p:cNvSpPr>
            <a:spLocks noGrp="1"/>
          </p:cNvSpPr>
          <p:nvPr>
            <p:ph type="body" sz="quarter" idx="49" hasCustomPrompt="1"/>
          </p:nvPr>
        </p:nvSpPr>
        <p:spPr>
          <a:xfrm>
            <a:off x="8194675" y="2346961"/>
            <a:ext cx="3484563" cy="404178"/>
          </a:xfrm>
        </p:spPr>
        <p:txBody>
          <a:bodyPr rIns="0"/>
          <a:lstStyle>
            <a:lvl1pPr algn="r">
              <a:spcBef>
                <a:spcPts val="0"/>
              </a:spcBef>
              <a:spcAft>
                <a:spcPts val="0"/>
              </a:spcAft>
              <a:defRPr sz="1200">
                <a:solidFill>
                  <a:schemeClr val="accent6"/>
                </a:solidFill>
                <a:latin typeface="Financier Display Semibold" panose="02020703070506060203" pitchFamily="18" charset="0"/>
              </a:defRPr>
            </a:lvl1pPr>
            <a:lvl2pPr algn="r">
              <a:defRPr sz="1050">
                <a:latin typeface="+mn-lt"/>
              </a:defRPr>
            </a:lvl2pPr>
          </a:lstStyle>
          <a:p>
            <a:pPr lvl="0"/>
            <a:r>
              <a:rPr lang="en-US"/>
              <a:t>First </a:t>
            </a:r>
            <a:r>
              <a:rPr lang="en-US" err="1"/>
              <a:t>Lastname</a:t>
            </a:r>
            <a:endParaRPr lang="en-US"/>
          </a:p>
          <a:p>
            <a:pPr lvl="1"/>
            <a:r>
              <a:rPr lang="en-US"/>
              <a:t>Title, Company</a:t>
            </a:r>
          </a:p>
        </p:txBody>
      </p:sp>
      <p:sp>
        <p:nvSpPr>
          <p:cNvPr id="13" name="Picture Placeholder 1">
            <a:extLst>
              <a:ext uri="{FF2B5EF4-FFF2-40B4-BE49-F238E27FC236}">
                <a16:creationId xmlns:a16="http://schemas.microsoft.com/office/drawing/2014/main" id="{4CA5A327-FD7D-44EB-8524-8382370C09EA}"/>
              </a:ext>
            </a:extLst>
          </p:cNvPr>
          <p:cNvSpPr>
            <a:spLocks noGrp="1"/>
          </p:cNvSpPr>
          <p:nvPr>
            <p:ph type="pic" sz="quarter" idx="42"/>
          </p:nvPr>
        </p:nvSpPr>
        <p:spPr>
          <a:xfrm>
            <a:off x="8194675" y="2852738"/>
            <a:ext cx="3486148" cy="3551237"/>
          </a:xfrm>
          <a:solidFill>
            <a:srgbClr val="CBCDCB"/>
          </a:solidFill>
        </p:spPr>
        <p:txBody>
          <a:bodyPr rIns="0" anchor="ctr" anchorCtr="0"/>
          <a:lstStyle>
            <a:lvl1pPr algn="ctr">
              <a:defRPr/>
            </a:lvl1pPr>
          </a:lstStyle>
          <a:p>
            <a:r>
              <a:rPr lang="en-US"/>
              <a:t>Click icon to add picture</a:t>
            </a:r>
          </a:p>
        </p:txBody>
      </p:sp>
      <p:sp>
        <p:nvSpPr>
          <p:cNvPr id="20" name="Opening Quotes">
            <a:extLst>
              <a:ext uri="{FF2B5EF4-FFF2-40B4-BE49-F238E27FC236}">
                <a16:creationId xmlns:a16="http://schemas.microsoft.com/office/drawing/2014/main" id="{15E826B4-64A6-4A6D-A249-3F1684AD8AFD}"/>
              </a:ext>
              <a:ext uri="{C183D7F6-B498-43B3-948B-1728B52AA6E4}">
                <adec:decorative xmlns:adec="http://schemas.microsoft.com/office/drawing/2017/decorative" val="1"/>
              </a:ext>
            </a:extLst>
          </p:cNvPr>
          <p:cNvSpPr>
            <a:spLocks noChangeAspect="1"/>
          </p:cNvSpPr>
          <p:nvPr/>
        </p:nvSpPr>
        <p:spPr>
          <a:xfrm>
            <a:off x="11445067" y="1601790"/>
            <a:ext cx="235756" cy="181766"/>
          </a:xfrm>
          <a:custGeom>
            <a:avLst/>
            <a:gdLst>
              <a:gd name="connsiteX0" fmla="*/ 1710404 w 3999618"/>
              <a:gd name="connsiteY0" fmla="*/ 2274623 h 3083671"/>
              <a:gd name="connsiteX1" fmla="*/ 916567 w 3999618"/>
              <a:gd name="connsiteY1" fmla="*/ 3083700 h 3083671"/>
              <a:gd name="connsiteX2" fmla="*/ 619 w 3999618"/>
              <a:gd name="connsiteY2" fmla="*/ 1999827 h 3083671"/>
              <a:gd name="connsiteX3" fmla="*/ 1847850 w 3999618"/>
              <a:gd name="connsiteY3" fmla="*/ 29 h 3083671"/>
              <a:gd name="connsiteX4" fmla="*/ 1908905 w 3999618"/>
              <a:gd name="connsiteY4" fmla="*/ 259585 h 3083671"/>
              <a:gd name="connsiteX5" fmla="*/ 687586 w 3999618"/>
              <a:gd name="connsiteY5" fmla="*/ 1465546 h 3083671"/>
              <a:gd name="connsiteX6" fmla="*/ 1710404 w 3999618"/>
              <a:gd name="connsiteY6" fmla="*/ 2274623 h 3083671"/>
              <a:gd name="connsiteX7" fmla="*/ 3801785 w 3999618"/>
              <a:gd name="connsiteY7" fmla="*/ 2274623 h 3083671"/>
              <a:gd name="connsiteX8" fmla="*/ 3007971 w 3999618"/>
              <a:gd name="connsiteY8" fmla="*/ 3083700 h 3083671"/>
              <a:gd name="connsiteX9" fmla="*/ 2091999 w 3999618"/>
              <a:gd name="connsiteY9" fmla="*/ 1999827 h 3083671"/>
              <a:gd name="connsiteX10" fmla="*/ 3939159 w 3999618"/>
              <a:gd name="connsiteY10" fmla="*/ 29 h 3083671"/>
              <a:gd name="connsiteX11" fmla="*/ 4000238 w 3999618"/>
              <a:gd name="connsiteY11" fmla="*/ 259585 h 3083671"/>
              <a:gd name="connsiteX12" fmla="*/ 2778918 w 3999618"/>
              <a:gd name="connsiteY12" fmla="*/ 1465546 h 3083671"/>
              <a:gd name="connsiteX13" fmla="*/ 3801785 w 3999618"/>
              <a:gd name="connsiteY13" fmla="*/ 2274623 h 30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99618" h="3083671">
                <a:moveTo>
                  <a:pt x="1710404" y="2274623"/>
                </a:moveTo>
                <a:cubicBezTo>
                  <a:pt x="1710404" y="2732585"/>
                  <a:pt x="1328761" y="3083700"/>
                  <a:pt x="916567" y="3083700"/>
                </a:cubicBezTo>
                <a:cubicBezTo>
                  <a:pt x="397454" y="3083700"/>
                  <a:pt x="619" y="2732585"/>
                  <a:pt x="619" y="1999827"/>
                </a:cubicBezTo>
                <a:cubicBezTo>
                  <a:pt x="619" y="1053375"/>
                  <a:pt x="733425" y="167955"/>
                  <a:pt x="1847850" y="29"/>
                </a:cubicBezTo>
                <a:lnTo>
                  <a:pt x="1908905" y="259585"/>
                </a:lnTo>
                <a:cubicBezTo>
                  <a:pt x="1023437" y="473255"/>
                  <a:pt x="687586" y="1068639"/>
                  <a:pt x="687586" y="1465546"/>
                </a:cubicBezTo>
                <a:cubicBezTo>
                  <a:pt x="1176099" y="1358675"/>
                  <a:pt x="1710404" y="1679239"/>
                  <a:pt x="1710404" y="2274623"/>
                </a:cubicBezTo>
                <a:close/>
                <a:moveTo>
                  <a:pt x="3801785" y="2274623"/>
                </a:moveTo>
                <a:cubicBezTo>
                  <a:pt x="3801785" y="2732585"/>
                  <a:pt x="3420142" y="3083700"/>
                  <a:pt x="3007971" y="3083700"/>
                </a:cubicBezTo>
                <a:cubicBezTo>
                  <a:pt x="2488858" y="3083700"/>
                  <a:pt x="2091999" y="2732585"/>
                  <a:pt x="2091999" y="1999827"/>
                </a:cubicBezTo>
                <a:cubicBezTo>
                  <a:pt x="2091999" y="1053375"/>
                  <a:pt x="2824781" y="167955"/>
                  <a:pt x="3939159" y="29"/>
                </a:cubicBezTo>
                <a:lnTo>
                  <a:pt x="4000238" y="259585"/>
                </a:lnTo>
                <a:cubicBezTo>
                  <a:pt x="3114818" y="473255"/>
                  <a:pt x="2778918" y="1068639"/>
                  <a:pt x="2778918" y="1465546"/>
                </a:cubicBezTo>
                <a:cubicBezTo>
                  <a:pt x="3267480" y="1358675"/>
                  <a:pt x="3801785" y="1679239"/>
                  <a:pt x="3801785" y="2274623"/>
                </a:cubicBezTo>
                <a:close/>
              </a:path>
            </a:pathLst>
          </a:custGeom>
          <a:solidFill>
            <a:schemeClr val="accent3"/>
          </a:solidFill>
          <a:ln w="2381" cap="flat">
            <a:noFill/>
            <a:prstDash val="solid"/>
            <a:miter/>
          </a:ln>
        </p:spPr>
        <p:txBody>
          <a:bodyPr rtlCol="0" anchor="ctr"/>
          <a:lstStyle/>
          <a:p>
            <a:endParaRPr lang="en-US"/>
          </a:p>
        </p:txBody>
      </p:sp>
    </p:spTree>
    <p:extLst>
      <p:ext uri="{BB962C8B-B14F-4D97-AF65-F5344CB8AC3E}">
        <p14:creationId xmlns:p14="http://schemas.microsoft.com/office/powerpoint/2010/main" val="1750517091"/>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sp>
        <p:nvSpPr>
          <p:cNvPr id="5" name="Coordinates">
            <a:extLst>
              <a:ext uri="{FF2B5EF4-FFF2-40B4-BE49-F238E27FC236}">
                <a16:creationId xmlns:a16="http://schemas.microsoft.com/office/drawing/2014/main" id="{735830CE-2387-4F0C-BB9A-0C9CFCCAC27F}"/>
              </a:ext>
              <a:ext uri="{C183D7F6-B498-43B3-948B-1728B52AA6E4}">
                <adec:decorative xmlns:adec="http://schemas.microsoft.com/office/drawing/2017/decorative" val="1"/>
              </a:ext>
            </a:extLst>
          </p:cNvPr>
          <p:cNvSpPr>
            <a:spLocks noGrp="1"/>
          </p:cNvSpPr>
          <p:nvPr>
            <p:ph sz="quarter" idx="47" hasCustomPrompt="1"/>
          </p:nvPr>
        </p:nvSpPr>
        <p:spPr>
          <a:xfrm>
            <a:off x="503238" y="1317625"/>
            <a:ext cx="2978150" cy="180975"/>
          </a:xfrm>
        </p:spPr>
        <p:txBody>
          <a:bodyPr wrap="none" anchor="b" anchorCtr="0"/>
          <a:lstStyle>
            <a:lvl1pPr>
              <a:defRPr sz="900">
                <a:solidFill>
                  <a:srgbClr val="80BBAD"/>
                </a:solidFill>
                <a:latin typeface="Space Mono" panose="02000509040000020004" pitchFamily="49" charset="0"/>
              </a:defRPr>
            </a:lvl1pPr>
          </a:lstStyle>
          <a:p>
            <a:pPr lvl="0"/>
            <a:r>
              <a:rPr lang="en-US"/>
              <a:t>Coordinates Here</a:t>
            </a:r>
          </a:p>
        </p:txBody>
      </p:sp>
      <p:sp>
        <p:nvSpPr>
          <p:cNvPr id="10" name="Title 1">
            <a:extLst>
              <a:ext uri="{FF2B5EF4-FFF2-40B4-BE49-F238E27FC236}">
                <a16:creationId xmlns:a16="http://schemas.microsoft.com/office/drawing/2014/main" id="{477F03F6-9538-49CE-8D06-38030765E7BB}"/>
              </a:ext>
            </a:extLst>
          </p:cNvPr>
          <p:cNvSpPr>
            <a:spLocks noGrp="1"/>
          </p:cNvSpPr>
          <p:nvPr>
            <p:ph type="title" hasCustomPrompt="1"/>
          </p:nvPr>
        </p:nvSpPr>
        <p:spPr>
          <a:xfrm>
            <a:off x="511175" y="1601789"/>
            <a:ext cx="7581899" cy="1149350"/>
          </a:xfrm>
        </p:spPr>
        <p:txBody>
          <a:bodyPr/>
          <a:lstStyle>
            <a:lvl1pPr>
              <a:defRPr/>
            </a:lvl1pPr>
          </a:lstStyle>
          <a:p>
            <a:r>
              <a:rPr lang="en-US"/>
              <a:t>Asset/Property name,</a:t>
            </a:r>
            <a:br>
              <a:rPr lang="en-US"/>
            </a:br>
            <a:r>
              <a:rPr lang="en-US"/>
              <a:t>City name</a:t>
            </a:r>
          </a:p>
        </p:txBody>
      </p:sp>
      <p:sp>
        <p:nvSpPr>
          <p:cNvPr id="31" name="Content Placeholder 1">
            <a:extLst>
              <a:ext uri="{FF2B5EF4-FFF2-40B4-BE49-F238E27FC236}">
                <a16:creationId xmlns:a16="http://schemas.microsoft.com/office/drawing/2014/main" id="{5FF70B67-C845-4CFA-837C-62210E7EFBF0}"/>
              </a:ext>
            </a:extLst>
          </p:cNvPr>
          <p:cNvSpPr>
            <a:spLocks noGrp="1"/>
          </p:cNvSpPr>
          <p:nvPr>
            <p:ph sz="quarter" idx="37"/>
          </p:nvPr>
        </p:nvSpPr>
        <p:spPr>
          <a:xfrm>
            <a:off x="511177" y="2852738"/>
            <a:ext cx="2452686" cy="3551237"/>
          </a:xfrm>
          <a:solidFill>
            <a:schemeClr val="tx1"/>
          </a:solidFill>
        </p:spPr>
        <p:txBody>
          <a:bodyPr lIns="73152" tIns="73152" rIns="73152"/>
          <a:lstStyle>
            <a:lvl1pPr marL="0" indent="0">
              <a:spcBef>
                <a:spcPts val="600"/>
              </a:spcBef>
              <a:spcAft>
                <a:spcPts val="0"/>
              </a:spcAft>
              <a:defRPr sz="1600">
                <a:solidFill>
                  <a:schemeClr val="bg1"/>
                </a:solidFill>
                <a:latin typeface="Calibre Semibold" panose="020B0703030202060203" pitchFamily="34" charset="0"/>
              </a:defRPr>
            </a:lvl1pPr>
            <a:lvl2pPr>
              <a:spcBef>
                <a:spcPts val="300"/>
              </a:spcBef>
              <a:spcAft>
                <a:spcPts val="600"/>
              </a:spcAft>
              <a:defRPr sz="1200">
                <a:solidFill>
                  <a:schemeClr val="bg1"/>
                </a:solidFill>
                <a:latin typeface="+mn-lt"/>
              </a:defRPr>
            </a:lvl2pPr>
            <a:lvl3pPr marL="171450" indent="-171450">
              <a:spcAft>
                <a:spcPts val="300"/>
              </a:spcAft>
              <a:buFont typeface="Arial" panose="020B0604020202020204" pitchFamily="34" charset="0"/>
              <a:buChar char="‒"/>
              <a:defRPr>
                <a:solidFill>
                  <a:schemeClr val="bg1"/>
                </a:solidFill>
              </a:defRPr>
            </a:lvl3pPr>
            <a:lvl4pPr marL="342900" indent="-171450">
              <a:spcBef>
                <a:spcPts val="0"/>
              </a:spcBef>
              <a:spcAft>
                <a:spcPts val="300"/>
              </a:spcAft>
              <a:defRPr sz="1200">
                <a:solidFill>
                  <a:schemeClr val="bg1"/>
                </a:solidFill>
              </a:defRPr>
            </a:lvl4pPr>
            <a:lvl5pPr marL="342900" indent="-166688">
              <a:spcBef>
                <a:spcPts val="0"/>
              </a:spcBef>
              <a:spcAft>
                <a:spcPts val="300"/>
              </a:spcAf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Content Placeholder 2">
            <a:extLst>
              <a:ext uri="{FF2B5EF4-FFF2-40B4-BE49-F238E27FC236}">
                <a16:creationId xmlns:a16="http://schemas.microsoft.com/office/drawing/2014/main" id="{B7EEA141-FDB4-406C-9BF3-6371663430BD}"/>
              </a:ext>
            </a:extLst>
          </p:cNvPr>
          <p:cNvSpPr>
            <a:spLocks noGrp="1"/>
          </p:cNvSpPr>
          <p:nvPr>
            <p:ph sz="quarter" idx="46"/>
          </p:nvPr>
        </p:nvSpPr>
        <p:spPr>
          <a:xfrm>
            <a:off x="3073400" y="2852738"/>
            <a:ext cx="5019675" cy="3551237"/>
          </a:xfrm>
        </p:spPr>
        <p:txBody>
          <a:bodyPr tIns="73152"/>
          <a:lstStyle>
            <a:lvl1pPr marL="0" indent="0">
              <a:spcBef>
                <a:spcPts val="0"/>
              </a:spcBef>
              <a:spcAft>
                <a:spcPts val="600"/>
              </a:spcAft>
              <a:defRPr sz="1600">
                <a:latin typeface="Calibre Semibold" panose="020B0703030202060203" pitchFamily="34" charset="0"/>
              </a:defRPr>
            </a:lvl1pPr>
            <a:lvl2pPr>
              <a:spcBef>
                <a:spcPts val="0"/>
              </a:spcBef>
              <a:spcAft>
                <a:spcPts val="600"/>
              </a:spcAft>
              <a:defRPr sz="1200">
                <a:latin typeface="+mn-lt"/>
              </a:defRPr>
            </a:lvl2pPr>
            <a:lvl3pPr marL="171450" indent="-171450">
              <a:spcAft>
                <a:spcPts val="300"/>
              </a:spcAft>
              <a:buFont typeface="Arial" panose="020B0604020202020204" pitchFamily="34" charset="0"/>
              <a:buChar char="‒"/>
              <a:defRPr/>
            </a:lvl3pPr>
            <a:lvl4pPr marL="342900" indent="-171450">
              <a:spcBef>
                <a:spcPts val="0"/>
              </a:spcBef>
              <a:spcAft>
                <a:spcPts val="300"/>
              </a:spcAft>
              <a:defRPr sz="1200"/>
            </a:lvl4pPr>
            <a:lvl5pPr marL="342900" indent="-166688">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
            <a:extLst>
              <a:ext uri="{FF2B5EF4-FFF2-40B4-BE49-F238E27FC236}">
                <a16:creationId xmlns:a16="http://schemas.microsoft.com/office/drawing/2014/main" id="{4CA5A327-FD7D-44EB-8524-8382370C09EA}"/>
              </a:ext>
            </a:extLst>
          </p:cNvPr>
          <p:cNvSpPr>
            <a:spLocks noGrp="1"/>
          </p:cNvSpPr>
          <p:nvPr>
            <p:ph type="pic" sz="quarter" idx="42"/>
          </p:nvPr>
        </p:nvSpPr>
        <p:spPr>
          <a:xfrm>
            <a:off x="8194674" y="454024"/>
            <a:ext cx="3997325" cy="5949952"/>
          </a:xfrm>
          <a:solidFill>
            <a:srgbClr val="CBCDCB"/>
          </a:solidFill>
        </p:spPr>
        <p:txBody>
          <a:bodyPr rIns="0" anchor="ctr" anchorCtr="0"/>
          <a:lstStyle>
            <a:lvl1pPr algn="ctr">
              <a:defRPr/>
            </a:lvl1pPr>
          </a:lstStyle>
          <a:p>
            <a:r>
              <a:rPr lang="en-US"/>
              <a:t>Click icon to add picture</a:t>
            </a:r>
          </a:p>
        </p:txBody>
      </p:sp>
    </p:spTree>
    <p:extLst>
      <p:ext uri="{BB962C8B-B14F-4D97-AF65-F5344CB8AC3E}">
        <p14:creationId xmlns:p14="http://schemas.microsoft.com/office/powerpoint/2010/main" val="490995333"/>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rack Record - 2up">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cxnSp>
        <p:nvCxnSpPr>
          <p:cNvPr id="13" name="Horizontal Line 1">
            <a:extLst>
              <a:ext uri="{FF2B5EF4-FFF2-40B4-BE49-F238E27FC236}">
                <a16:creationId xmlns:a16="http://schemas.microsoft.com/office/drawing/2014/main" id="{4E0CB380-3C75-4E34-B4FF-DA92053294B4}"/>
              </a:ext>
              <a:ext uri="{C183D7F6-B498-43B3-948B-1728B52AA6E4}">
                <adec:decorative xmlns:adec="http://schemas.microsoft.com/office/drawing/2017/decorative" val="1"/>
              </a:ext>
            </a:extLst>
          </p:cNvPr>
          <p:cNvCxnSpPr/>
          <p:nvPr userDrawn="1"/>
        </p:nvCxnSpPr>
        <p:spPr>
          <a:xfrm>
            <a:off x="502717" y="249156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Sector Asset Placeholder 1">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5" y="1601788"/>
            <a:ext cx="5021263" cy="463750"/>
          </a:xfrm>
        </p:spPr>
        <p:txBody>
          <a:bodyPr anchor="b" anchorCtr="0"/>
          <a:lstStyle>
            <a:lvl1pPr>
              <a:defRPr>
                <a:solidFill>
                  <a:srgbClr val="96B3B6"/>
                </a:solidFill>
              </a:defRPr>
            </a:lvl1pPr>
          </a:lstStyle>
          <a:p>
            <a:pPr lvl="0"/>
            <a:r>
              <a:rPr lang="en-US"/>
              <a:t>Sector or Asset Type</a:t>
            </a:r>
          </a:p>
        </p:txBody>
      </p:sp>
      <p:sp>
        <p:nvSpPr>
          <p:cNvPr id="11" name="Co. Name Placeholder 1">
            <a:extLst>
              <a:ext uri="{FF2B5EF4-FFF2-40B4-BE49-F238E27FC236}">
                <a16:creationId xmlns:a16="http://schemas.microsoft.com/office/drawing/2014/main" id="{9800EAE4-EAC3-4553-BED8-0EC4A0970E21}"/>
              </a:ext>
            </a:extLst>
          </p:cNvPr>
          <p:cNvSpPr>
            <a:spLocks noGrp="1"/>
          </p:cNvSpPr>
          <p:nvPr>
            <p:ph type="body" sz="quarter" idx="45" hasCustomPrompt="1"/>
          </p:nvPr>
        </p:nvSpPr>
        <p:spPr>
          <a:xfrm>
            <a:off x="503238" y="2227264"/>
            <a:ext cx="4516437" cy="195262"/>
          </a:xfrm>
        </p:spPr>
        <p:txBody>
          <a:bodyPr rIns="0" anchor="b" anchorCtr="0"/>
          <a:lstStyle>
            <a:lvl1pPr>
              <a:defRPr sz="1400" cap="all" baseline="0">
                <a:latin typeface="Calibre Medium" panose="020B0603030202060203" pitchFamily="34" charset="0"/>
              </a:defRPr>
            </a:lvl1pPr>
          </a:lstStyle>
          <a:p>
            <a:pPr lvl="0"/>
            <a:r>
              <a:rPr lang="en-US"/>
              <a:t>Company Name</a:t>
            </a:r>
          </a:p>
        </p:txBody>
      </p:sp>
      <p:sp>
        <p:nvSpPr>
          <p:cNvPr id="14" name="Year Placeholder 1">
            <a:extLst>
              <a:ext uri="{FF2B5EF4-FFF2-40B4-BE49-F238E27FC236}">
                <a16:creationId xmlns:a16="http://schemas.microsoft.com/office/drawing/2014/main" id="{5CBA7C2F-C8B3-40BF-A6ED-C34E99D68E3C}"/>
              </a:ext>
            </a:extLst>
          </p:cNvPr>
          <p:cNvSpPr>
            <a:spLocks noGrp="1"/>
          </p:cNvSpPr>
          <p:nvPr>
            <p:ph type="body" sz="quarter" idx="46" hasCustomPrompt="1"/>
          </p:nvPr>
        </p:nvSpPr>
        <p:spPr>
          <a:xfrm>
            <a:off x="5019675" y="2227264"/>
            <a:ext cx="504305" cy="195262"/>
          </a:xfrm>
        </p:spPr>
        <p:txBody>
          <a:bodyPr rIns="0" anchor="b" anchorCtr="0"/>
          <a:lstStyle>
            <a:lvl1pPr algn="r">
              <a:defRPr sz="1400" cap="all" baseline="0">
                <a:solidFill>
                  <a:srgbClr val="17E88F"/>
                </a:solidFill>
                <a:latin typeface="Calibre Medium" panose="020B0603030202060203" pitchFamily="34" charset="0"/>
              </a:defRPr>
            </a:lvl1pPr>
          </a:lstStyle>
          <a:p>
            <a:pPr lvl="0"/>
            <a:r>
              <a:rPr lang="en-US"/>
              <a:t>Year</a:t>
            </a:r>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636525"/>
            <a:ext cx="2452688" cy="2614926"/>
          </a:xfrm>
          <a:solidFill>
            <a:srgbClr val="CBCDCB"/>
          </a:solidFill>
        </p:spPr>
        <p:txBody>
          <a:bodyPr rIns="0" anchor="ctr" anchorCtr="0"/>
          <a:lstStyle>
            <a:lvl1pPr algn="ctr">
              <a:defRPr/>
            </a:lvl1pPr>
          </a:lstStyle>
          <a:p>
            <a:r>
              <a:rPr lang="en-US"/>
              <a:t>Click icon to add picture</a:t>
            </a:r>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3081846" y="2636838"/>
            <a:ext cx="2450592" cy="2614612"/>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7 rows</a:t>
            </a:r>
          </a:p>
        </p:txBody>
      </p:sp>
      <p:cxnSp>
        <p:nvCxnSpPr>
          <p:cNvPr id="24" name="Horizontal Line 2">
            <a:extLst>
              <a:ext uri="{FF2B5EF4-FFF2-40B4-BE49-F238E27FC236}">
                <a16:creationId xmlns:a16="http://schemas.microsoft.com/office/drawing/2014/main" id="{87477E01-7F4D-4012-BA93-177BB45A09FF}"/>
              </a:ext>
              <a:ext uri="{C183D7F6-B498-43B3-948B-1728B52AA6E4}">
                <adec:decorative xmlns:adec="http://schemas.microsoft.com/office/drawing/2017/decorative" val="1"/>
              </a:ext>
            </a:extLst>
          </p:cNvPr>
          <p:cNvCxnSpPr/>
          <p:nvPr userDrawn="1"/>
        </p:nvCxnSpPr>
        <p:spPr>
          <a:xfrm>
            <a:off x="6138342" y="249156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1" name="Sector Asset Placeholder 2">
            <a:extLst>
              <a:ext uri="{FF2B5EF4-FFF2-40B4-BE49-F238E27FC236}">
                <a16:creationId xmlns:a16="http://schemas.microsoft.com/office/drawing/2014/main" id="{1CB0BF30-A45D-4066-89F3-913BA2DDDFDF}"/>
              </a:ext>
            </a:extLst>
          </p:cNvPr>
          <p:cNvSpPr>
            <a:spLocks noGrp="1"/>
          </p:cNvSpPr>
          <p:nvPr>
            <p:ph sz="quarter" idx="48" hasCustomPrompt="1"/>
          </p:nvPr>
        </p:nvSpPr>
        <p:spPr>
          <a:xfrm>
            <a:off x="6146800" y="1601788"/>
            <a:ext cx="5021263" cy="463750"/>
          </a:xfrm>
        </p:spPr>
        <p:txBody>
          <a:bodyPr anchor="b" anchorCtr="0"/>
          <a:lstStyle>
            <a:lvl1pPr>
              <a:defRPr>
                <a:solidFill>
                  <a:srgbClr val="96B3B6"/>
                </a:solidFill>
              </a:defRPr>
            </a:lvl1pPr>
          </a:lstStyle>
          <a:p>
            <a:pPr lvl="0"/>
            <a:r>
              <a:rPr lang="en-US"/>
              <a:t>Sector or Asset Type</a:t>
            </a:r>
          </a:p>
        </p:txBody>
      </p:sp>
      <p:sp>
        <p:nvSpPr>
          <p:cNvPr id="22" name="Co. Name Placeholder 2">
            <a:extLst>
              <a:ext uri="{FF2B5EF4-FFF2-40B4-BE49-F238E27FC236}">
                <a16:creationId xmlns:a16="http://schemas.microsoft.com/office/drawing/2014/main" id="{05A7C511-0C58-4634-A410-74911CC57C7F}"/>
              </a:ext>
            </a:extLst>
          </p:cNvPr>
          <p:cNvSpPr>
            <a:spLocks noGrp="1"/>
          </p:cNvSpPr>
          <p:nvPr>
            <p:ph type="body" sz="quarter" idx="49" hasCustomPrompt="1"/>
          </p:nvPr>
        </p:nvSpPr>
        <p:spPr>
          <a:xfrm>
            <a:off x="6138863" y="2227264"/>
            <a:ext cx="4516437" cy="195262"/>
          </a:xfrm>
        </p:spPr>
        <p:txBody>
          <a:bodyPr rIns="0" anchor="b" anchorCtr="0"/>
          <a:lstStyle>
            <a:lvl1pPr>
              <a:defRPr sz="1400" cap="all" baseline="0">
                <a:latin typeface="Calibre Medium" panose="020B0603030202060203" pitchFamily="34" charset="0"/>
              </a:defRPr>
            </a:lvl1pPr>
          </a:lstStyle>
          <a:p>
            <a:pPr lvl="0"/>
            <a:r>
              <a:rPr lang="en-US"/>
              <a:t>Company Name</a:t>
            </a:r>
          </a:p>
        </p:txBody>
      </p:sp>
      <p:sp>
        <p:nvSpPr>
          <p:cNvPr id="23" name="Year Placeholder 2">
            <a:extLst>
              <a:ext uri="{FF2B5EF4-FFF2-40B4-BE49-F238E27FC236}">
                <a16:creationId xmlns:a16="http://schemas.microsoft.com/office/drawing/2014/main" id="{AAECA73B-E9F1-4B11-B1FF-36A5F2BFEA17}"/>
              </a:ext>
            </a:extLst>
          </p:cNvPr>
          <p:cNvSpPr>
            <a:spLocks noGrp="1"/>
          </p:cNvSpPr>
          <p:nvPr>
            <p:ph type="body" sz="quarter" idx="50" hasCustomPrompt="1"/>
          </p:nvPr>
        </p:nvSpPr>
        <p:spPr>
          <a:xfrm>
            <a:off x="10655300" y="2227264"/>
            <a:ext cx="504305" cy="195262"/>
          </a:xfrm>
        </p:spPr>
        <p:txBody>
          <a:bodyPr rIns="0" anchor="b" anchorCtr="0"/>
          <a:lstStyle>
            <a:lvl1pPr algn="r">
              <a:defRPr sz="1400" cap="all" baseline="0">
                <a:solidFill>
                  <a:srgbClr val="17E88F"/>
                </a:solidFill>
                <a:latin typeface="Calibre Medium" panose="020B0603030202060203" pitchFamily="34" charset="0"/>
              </a:defRPr>
            </a:lvl1pPr>
          </a:lstStyle>
          <a:p>
            <a:pPr lvl="0"/>
            <a:r>
              <a:rPr lang="en-US"/>
              <a:t>Year</a:t>
            </a:r>
          </a:p>
        </p:txBody>
      </p:sp>
      <p:sp>
        <p:nvSpPr>
          <p:cNvPr id="25" name="Picture Placeholder 2">
            <a:extLst>
              <a:ext uri="{FF2B5EF4-FFF2-40B4-BE49-F238E27FC236}">
                <a16:creationId xmlns:a16="http://schemas.microsoft.com/office/drawing/2014/main" id="{4030913B-7188-4276-A89C-49544D94F904}"/>
              </a:ext>
            </a:extLst>
          </p:cNvPr>
          <p:cNvSpPr>
            <a:spLocks noGrp="1"/>
          </p:cNvSpPr>
          <p:nvPr>
            <p:ph type="pic" sz="quarter" idx="51"/>
          </p:nvPr>
        </p:nvSpPr>
        <p:spPr>
          <a:xfrm>
            <a:off x="6146800" y="2636525"/>
            <a:ext cx="2452688" cy="2614926"/>
          </a:xfrm>
          <a:solidFill>
            <a:srgbClr val="CBCDCB"/>
          </a:solidFill>
        </p:spPr>
        <p:txBody>
          <a:bodyPr rIns="0" anchor="ctr" anchorCtr="0"/>
          <a:lstStyle>
            <a:lvl1pPr algn="ctr">
              <a:defRPr/>
            </a:lvl1pPr>
          </a:lstStyle>
          <a:p>
            <a:r>
              <a:rPr lang="en-US"/>
              <a:t>Click icon to add picture</a:t>
            </a:r>
          </a:p>
        </p:txBody>
      </p:sp>
      <p:sp>
        <p:nvSpPr>
          <p:cNvPr id="26" name="Table Placeholder 2">
            <a:extLst>
              <a:ext uri="{FF2B5EF4-FFF2-40B4-BE49-F238E27FC236}">
                <a16:creationId xmlns:a16="http://schemas.microsoft.com/office/drawing/2014/main" id="{AC9ED858-80A4-4C66-9289-A5DAF91EE2AD}"/>
              </a:ext>
            </a:extLst>
          </p:cNvPr>
          <p:cNvSpPr>
            <a:spLocks noGrp="1"/>
          </p:cNvSpPr>
          <p:nvPr>
            <p:ph type="tbl" sz="quarter" idx="52" hasCustomPrompt="1"/>
          </p:nvPr>
        </p:nvSpPr>
        <p:spPr>
          <a:xfrm>
            <a:off x="8717471" y="2636838"/>
            <a:ext cx="2450592" cy="2614612"/>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7 rows</a:t>
            </a:r>
          </a:p>
        </p:txBody>
      </p:sp>
    </p:spTree>
    <p:extLst>
      <p:ext uri="{BB962C8B-B14F-4D97-AF65-F5344CB8AC3E}">
        <p14:creationId xmlns:p14="http://schemas.microsoft.com/office/powerpoint/2010/main" val="1891200117"/>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rack Record - 4up Option 1">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cxnSp>
        <p:nvCxnSpPr>
          <p:cNvPr id="13" name="Horizontal Line 1">
            <a:extLst>
              <a:ext uri="{FF2B5EF4-FFF2-40B4-BE49-F238E27FC236}">
                <a16:creationId xmlns:a16="http://schemas.microsoft.com/office/drawing/2014/main" id="{4E0CB380-3C75-4E34-B4FF-DA92053294B4}"/>
              </a:ext>
              <a:ext uri="{C183D7F6-B498-43B3-948B-1728B52AA6E4}">
                <adec:decorative xmlns:adec="http://schemas.microsoft.com/office/drawing/2017/decorative" val="1"/>
              </a:ext>
            </a:extLst>
          </p:cNvPr>
          <p:cNvCxnSpPr/>
          <p:nvPr userDrawn="1"/>
        </p:nvCxnSpPr>
        <p:spPr>
          <a:xfrm>
            <a:off x="502717" y="2128825"/>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5" y="1292229"/>
            <a:ext cx="5021263" cy="566122"/>
          </a:xfrm>
        </p:spPr>
        <p:txBody>
          <a:bodyPr anchor="b" anchorCtr="0"/>
          <a:lstStyle>
            <a:lvl1pPr>
              <a:defRPr>
                <a:solidFill>
                  <a:srgbClr val="96B3B6"/>
                </a:solidFill>
              </a:defRPr>
            </a:lvl1pPr>
          </a:lstStyle>
          <a:p>
            <a:pPr lvl="0"/>
            <a:r>
              <a:rPr lang="en-US"/>
              <a:t>Sector or Asset Type</a:t>
            </a:r>
          </a:p>
        </p:txBody>
      </p:sp>
      <p:sp>
        <p:nvSpPr>
          <p:cNvPr id="11" name="Co. Name Placeholder 1">
            <a:extLst>
              <a:ext uri="{FF2B5EF4-FFF2-40B4-BE49-F238E27FC236}">
                <a16:creationId xmlns:a16="http://schemas.microsoft.com/office/drawing/2014/main" id="{9800EAE4-EAC3-4553-BED8-0EC4A0970E21}"/>
              </a:ext>
            </a:extLst>
          </p:cNvPr>
          <p:cNvSpPr>
            <a:spLocks noGrp="1"/>
          </p:cNvSpPr>
          <p:nvPr>
            <p:ph type="body" sz="quarter" idx="45" hasCustomPrompt="1"/>
          </p:nvPr>
        </p:nvSpPr>
        <p:spPr>
          <a:xfrm>
            <a:off x="503238" y="1894272"/>
            <a:ext cx="4516437" cy="195262"/>
          </a:xfrm>
        </p:spPr>
        <p:txBody>
          <a:bodyPr rIns="0" anchor="b" anchorCtr="0"/>
          <a:lstStyle>
            <a:lvl1pPr>
              <a:defRPr sz="1200" cap="all" baseline="0">
                <a:latin typeface="Calibre Medium" panose="020B0603030202060203" pitchFamily="34" charset="0"/>
              </a:defRPr>
            </a:lvl1pPr>
          </a:lstStyle>
          <a:p>
            <a:pPr lvl="0"/>
            <a:r>
              <a:rPr lang="en-US"/>
              <a:t>Company Name</a:t>
            </a:r>
          </a:p>
        </p:txBody>
      </p:sp>
      <p:sp>
        <p:nvSpPr>
          <p:cNvPr id="14" name="Year Placeholder 1">
            <a:extLst>
              <a:ext uri="{FF2B5EF4-FFF2-40B4-BE49-F238E27FC236}">
                <a16:creationId xmlns:a16="http://schemas.microsoft.com/office/drawing/2014/main" id="{5CBA7C2F-C8B3-40BF-A6ED-C34E99D68E3C}"/>
              </a:ext>
            </a:extLst>
          </p:cNvPr>
          <p:cNvSpPr>
            <a:spLocks noGrp="1"/>
          </p:cNvSpPr>
          <p:nvPr>
            <p:ph type="body" sz="quarter" idx="46" hasCustomPrompt="1"/>
          </p:nvPr>
        </p:nvSpPr>
        <p:spPr>
          <a:xfrm>
            <a:off x="5019675" y="1894272"/>
            <a:ext cx="504305"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US"/>
              <a:t>Year</a:t>
            </a:r>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227263"/>
            <a:ext cx="2452688" cy="1773233"/>
          </a:xfrm>
          <a:solidFill>
            <a:srgbClr val="CBCDCB"/>
          </a:solidFill>
        </p:spPr>
        <p:txBody>
          <a:bodyPr rIns="0" anchor="ctr" anchorCtr="0"/>
          <a:lstStyle>
            <a:lvl1pPr algn="ctr">
              <a:defRPr/>
            </a:lvl1pPr>
          </a:lstStyle>
          <a:p>
            <a:r>
              <a:rPr lang="en-US"/>
              <a:t>Click icon to add picture</a:t>
            </a:r>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3081846" y="2227264"/>
            <a:ext cx="2450592" cy="1773034"/>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cxnSp>
        <p:nvCxnSpPr>
          <p:cNvPr id="27" name="Horizontal Line 2">
            <a:extLst>
              <a:ext uri="{FF2B5EF4-FFF2-40B4-BE49-F238E27FC236}">
                <a16:creationId xmlns:a16="http://schemas.microsoft.com/office/drawing/2014/main" id="{5791BDAE-CBC0-423D-8BC1-D5A18BA09A97}"/>
              </a:ext>
              <a:ext uri="{C183D7F6-B498-43B3-948B-1728B52AA6E4}">
                <adec:decorative xmlns:adec="http://schemas.microsoft.com/office/drawing/2017/decorative" val="1"/>
              </a:ext>
            </a:extLst>
          </p:cNvPr>
          <p:cNvCxnSpPr/>
          <p:nvPr userDrawn="1"/>
        </p:nvCxnSpPr>
        <p:spPr>
          <a:xfrm>
            <a:off x="502717" y="453229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Co. Name Placeholder 2">
            <a:extLst>
              <a:ext uri="{FF2B5EF4-FFF2-40B4-BE49-F238E27FC236}">
                <a16:creationId xmlns:a16="http://schemas.microsoft.com/office/drawing/2014/main" id="{4CC0E765-7BE1-4C6B-A85C-9E3C78817695}"/>
              </a:ext>
            </a:extLst>
          </p:cNvPr>
          <p:cNvSpPr>
            <a:spLocks noGrp="1"/>
          </p:cNvSpPr>
          <p:nvPr>
            <p:ph type="body" sz="quarter" idx="48" hasCustomPrompt="1"/>
          </p:nvPr>
        </p:nvSpPr>
        <p:spPr>
          <a:xfrm>
            <a:off x="503238" y="4297746"/>
            <a:ext cx="4516437" cy="195262"/>
          </a:xfrm>
        </p:spPr>
        <p:txBody>
          <a:bodyPr rIns="0" anchor="b" anchorCtr="0"/>
          <a:lstStyle>
            <a:lvl1pPr>
              <a:defRPr sz="1200" cap="all" baseline="0">
                <a:latin typeface="Calibre Medium" panose="020B0603030202060203" pitchFamily="34" charset="0"/>
              </a:defRPr>
            </a:lvl1pPr>
          </a:lstStyle>
          <a:p>
            <a:pPr lvl="0"/>
            <a:r>
              <a:rPr lang="en-US"/>
              <a:t>Company Name</a:t>
            </a:r>
          </a:p>
        </p:txBody>
      </p:sp>
      <p:sp>
        <p:nvSpPr>
          <p:cNvPr id="20" name="Year Placeholder 2">
            <a:extLst>
              <a:ext uri="{FF2B5EF4-FFF2-40B4-BE49-F238E27FC236}">
                <a16:creationId xmlns:a16="http://schemas.microsoft.com/office/drawing/2014/main" id="{504DB5A4-AAD4-4484-9459-60479988E2FF}"/>
              </a:ext>
            </a:extLst>
          </p:cNvPr>
          <p:cNvSpPr>
            <a:spLocks noGrp="1"/>
          </p:cNvSpPr>
          <p:nvPr>
            <p:ph type="body" sz="quarter" idx="49" hasCustomPrompt="1"/>
          </p:nvPr>
        </p:nvSpPr>
        <p:spPr>
          <a:xfrm>
            <a:off x="5019675" y="4297746"/>
            <a:ext cx="504305"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US"/>
              <a:t>Year</a:t>
            </a:r>
          </a:p>
        </p:txBody>
      </p:sp>
      <p:sp>
        <p:nvSpPr>
          <p:cNvPr id="28" name="Picture Placeholder 2">
            <a:extLst>
              <a:ext uri="{FF2B5EF4-FFF2-40B4-BE49-F238E27FC236}">
                <a16:creationId xmlns:a16="http://schemas.microsoft.com/office/drawing/2014/main" id="{0D9309F7-52A6-4F04-9120-F267FA588179}"/>
              </a:ext>
            </a:extLst>
          </p:cNvPr>
          <p:cNvSpPr>
            <a:spLocks noGrp="1"/>
          </p:cNvSpPr>
          <p:nvPr>
            <p:ph type="pic" sz="quarter" idx="50"/>
          </p:nvPr>
        </p:nvSpPr>
        <p:spPr>
          <a:xfrm>
            <a:off x="511175" y="4630737"/>
            <a:ext cx="2452688" cy="1773233"/>
          </a:xfrm>
          <a:solidFill>
            <a:srgbClr val="CBCDCB"/>
          </a:solidFill>
        </p:spPr>
        <p:txBody>
          <a:bodyPr rIns="0" anchor="ctr" anchorCtr="0"/>
          <a:lstStyle>
            <a:lvl1pPr algn="ctr">
              <a:defRPr/>
            </a:lvl1pPr>
          </a:lstStyle>
          <a:p>
            <a:r>
              <a:rPr lang="en-US"/>
              <a:t>Click icon to add picture</a:t>
            </a:r>
          </a:p>
        </p:txBody>
      </p:sp>
      <p:sp>
        <p:nvSpPr>
          <p:cNvPr id="29" name="Table Placeholder 2">
            <a:extLst>
              <a:ext uri="{FF2B5EF4-FFF2-40B4-BE49-F238E27FC236}">
                <a16:creationId xmlns:a16="http://schemas.microsoft.com/office/drawing/2014/main" id="{7591982B-5DDF-4864-B801-20717B21EF9E}"/>
              </a:ext>
            </a:extLst>
          </p:cNvPr>
          <p:cNvSpPr>
            <a:spLocks noGrp="1"/>
          </p:cNvSpPr>
          <p:nvPr>
            <p:ph type="tbl" sz="quarter" idx="51" hasCustomPrompt="1"/>
          </p:nvPr>
        </p:nvSpPr>
        <p:spPr>
          <a:xfrm>
            <a:off x="3081846" y="4630738"/>
            <a:ext cx="2450592" cy="1773034"/>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
        <p:nvSpPr>
          <p:cNvPr id="30" name="Sector Asset Placeholder Right">
            <a:extLst>
              <a:ext uri="{FF2B5EF4-FFF2-40B4-BE49-F238E27FC236}">
                <a16:creationId xmlns:a16="http://schemas.microsoft.com/office/drawing/2014/main" id="{D819F0FA-C893-42D1-B3CF-58FF8CF6C104}"/>
              </a:ext>
            </a:extLst>
          </p:cNvPr>
          <p:cNvSpPr>
            <a:spLocks noGrp="1"/>
          </p:cNvSpPr>
          <p:nvPr>
            <p:ph sz="quarter" idx="52" hasCustomPrompt="1"/>
          </p:nvPr>
        </p:nvSpPr>
        <p:spPr>
          <a:xfrm>
            <a:off x="6657975" y="1292229"/>
            <a:ext cx="5021263" cy="566122"/>
          </a:xfrm>
        </p:spPr>
        <p:txBody>
          <a:bodyPr anchor="b" anchorCtr="0"/>
          <a:lstStyle>
            <a:lvl1pPr>
              <a:defRPr>
                <a:solidFill>
                  <a:srgbClr val="96B3B6"/>
                </a:solidFill>
              </a:defRPr>
            </a:lvl1pPr>
          </a:lstStyle>
          <a:p>
            <a:pPr lvl="0"/>
            <a:r>
              <a:rPr lang="en-US"/>
              <a:t>Sector or Asset Type</a:t>
            </a:r>
          </a:p>
        </p:txBody>
      </p:sp>
      <p:cxnSp>
        <p:nvCxnSpPr>
          <p:cNvPr id="33" name="Horizontal Line 3">
            <a:extLst>
              <a:ext uri="{FF2B5EF4-FFF2-40B4-BE49-F238E27FC236}">
                <a16:creationId xmlns:a16="http://schemas.microsoft.com/office/drawing/2014/main" id="{54BC91F1-FB72-4232-8994-A5ABAC62D7B1}"/>
              </a:ext>
              <a:ext uri="{C183D7F6-B498-43B3-948B-1728B52AA6E4}">
                <adec:decorative xmlns:adec="http://schemas.microsoft.com/office/drawing/2017/decorative" val="1"/>
              </a:ext>
            </a:extLst>
          </p:cNvPr>
          <p:cNvCxnSpPr/>
          <p:nvPr userDrawn="1"/>
        </p:nvCxnSpPr>
        <p:spPr>
          <a:xfrm>
            <a:off x="6649517" y="2128825"/>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Co. Name Placeholder 3">
            <a:extLst>
              <a:ext uri="{FF2B5EF4-FFF2-40B4-BE49-F238E27FC236}">
                <a16:creationId xmlns:a16="http://schemas.microsoft.com/office/drawing/2014/main" id="{E7031D90-1512-4FAE-BCBE-E4B943472794}"/>
              </a:ext>
            </a:extLst>
          </p:cNvPr>
          <p:cNvSpPr>
            <a:spLocks noGrp="1"/>
          </p:cNvSpPr>
          <p:nvPr>
            <p:ph type="body" sz="quarter" idx="53" hasCustomPrompt="1"/>
          </p:nvPr>
        </p:nvSpPr>
        <p:spPr>
          <a:xfrm>
            <a:off x="6650038" y="1894272"/>
            <a:ext cx="4516437" cy="195262"/>
          </a:xfrm>
        </p:spPr>
        <p:txBody>
          <a:bodyPr rIns="0" anchor="b" anchorCtr="0"/>
          <a:lstStyle>
            <a:lvl1pPr>
              <a:defRPr sz="1200" cap="all" baseline="0">
                <a:latin typeface="Calibre Medium" panose="020B0603030202060203" pitchFamily="34" charset="0"/>
              </a:defRPr>
            </a:lvl1pPr>
          </a:lstStyle>
          <a:p>
            <a:pPr lvl="0"/>
            <a:r>
              <a:rPr lang="en-US"/>
              <a:t>Company Name</a:t>
            </a:r>
          </a:p>
        </p:txBody>
      </p:sp>
      <p:sp>
        <p:nvSpPr>
          <p:cNvPr id="32" name="Year Placeholder 3">
            <a:extLst>
              <a:ext uri="{FF2B5EF4-FFF2-40B4-BE49-F238E27FC236}">
                <a16:creationId xmlns:a16="http://schemas.microsoft.com/office/drawing/2014/main" id="{2CBC58A0-C53F-4B2F-BCDC-0F3B44254595}"/>
              </a:ext>
            </a:extLst>
          </p:cNvPr>
          <p:cNvSpPr>
            <a:spLocks noGrp="1"/>
          </p:cNvSpPr>
          <p:nvPr>
            <p:ph type="body" sz="quarter" idx="54" hasCustomPrompt="1"/>
          </p:nvPr>
        </p:nvSpPr>
        <p:spPr>
          <a:xfrm>
            <a:off x="11166475" y="1894272"/>
            <a:ext cx="504305"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US"/>
              <a:t>Year</a:t>
            </a:r>
          </a:p>
        </p:txBody>
      </p:sp>
      <p:sp>
        <p:nvSpPr>
          <p:cNvPr id="34" name="Picture Placeholder 3">
            <a:extLst>
              <a:ext uri="{FF2B5EF4-FFF2-40B4-BE49-F238E27FC236}">
                <a16:creationId xmlns:a16="http://schemas.microsoft.com/office/drawing/2014/main" id="{B6C4D19D-F5BA-4B2D-B6B4-8A75208F6B02}"/>
              </a:ext>
            </a:extLst>
          </p:cNvPr>
          <p:cNvSpPr>
            <a:spLocks noGrp="1"/>
          </p:cNvSpPr>
          <p:nvPr>
            <p:ph type="pic" sz="quarter" idx="55"/>
          </p:nvPr>
        </p:nvSpPr>
        <p:spPr>
          <a:xfrm>
            <a:off x="6657975" y="2227263"/>
            <a:ext cx="2452688" cy="1773233"/>
          </a:xfrm>
          <a:solidFill>
            <a:srgbClr val="CBCDCB"/>
          </a:solidFill>
        </p:spPr>
        <p:txBody>
          <a:bodyPr rIns="0" anchor="ctr" anchorCtr="0"/>
          <a:lstStyle>
            <a:lvl1pPr algn="ctr">
              <a:defRPr/>
            </a:lvl1pPr>
          </a:lstStyle>
          <a:p>
            <a:r>
              <a:rPr lang="en-US"/>
              <a:t>Click icon to add picture</a:t>
            </a:r>
          </a:p>
        </p:txBody>
      </p:sp>
      <p:sp>
        <p:nvSpPr>
          <p:cNvPr id="35" name="Table Placeholder 3">
            <a:extLst>
              <a:ext uri="{FF2B5EF4-FFF2-40B4-BE49-F238E27FC236}">
                <a16:creationId xmlns:a16="http://schemas.microsoft.com/office/drawing/2014/main" id="{358FF565-D88B-45D6-A97A-40C6EE7CD186}"/>
              </a:ext>
            </a:extLst>
          </p:cNvPr>
          <p:cNvSpPr>
            <a:spLocks noGrp="1"/>
          </p:cNvSpPr>
          <p:nvPr>
            <p:ph type="tbl" sz="quarter" idx="56" hasCustomPrompt="1"/>
          </p:nvPr>
        </p:nvSpPr>
        <p:spPr>
          <a:xfrm>
            <a:off x="9228646" y="2227264"/>
            <a:ext cx="2450592" cy="1773034"/>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cxnSp>
        <p:nvCxnSpPr>
          <p:cNvPr id="38" name="Horizontal Line 4">
            <a:extLst>
              <a:ext uri="{FF2B5EF4-FFF2-40B4-BE49-F238E27FC236}">
                <a16:creationId xmlns:a16="http://schemas.microsoft.com/office/drawing/2014/main" id="{2C1672BB-1917-4F95-9308-10CAD1CC0F34}"/>
              </a:ext>
              <a:ext uri="{C183D7F6-B498-43B3-948B-1728B52AA6E4}">
                <adec:decorative xmlns:adec="http://schemas.microsoft.com/office/drawing/2017/decorative" val="1"/>
              </a:ext>
            </a:extLst>
          </p:cNvPr>
          <p:cNvCxnSpPr/>
          <p:nvPr userDrawn="1"/>
        </p:nvCxnSpPr>
        <p:spPr>
          <a:xfrm>
            <a:off x="6649517" y="453229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Co. Name Placeholder 4">
            <a:extLst>
              <a:ext uri="{FF2B5EF4-FFF2-40B4-BE49-F238E27FC236}">
                <a16:creationId xmlns:a16="http://schemas.microsoft.com/office/drawing/2014/main" id="{3F17F86A-36FD-48D5-80AE-920B4EEF744A}"/>
              </a:ext>
            </a:extLst>
          </p:cNvPr>
          <p:cNvSpPr>
            <a:spLocks noGrp="1"/>
          </p:cNvSpPr>
          <p:nvPr>
            <p:ph type="body" sz="quarter" idx="57" hasCustomPrompt="1"/>
          </p:nvPr>
        </p:nvSpPr>
        <p:spPr>
          <a:xfrm>
            <a:off x="6650038" y="4297746"/>
            <a:ext cx="4516437" cy="195262"/>
          </a:xfrm>
        </p:spPr>
        <p:txBody>
          <a:bodyPr rIns="0" anchor="b" anchorCtr="0"/>
          <a:lstStyle>
            <a:lvl1pPr>
              <a:defRPr sz="1200" cap="all" baseline="0">
                <a:latin typeface="Calibre Medium" panose="020B0603030202060203" pitchFamily="34" charset="0"/>
              </a:defRPr>
            </a:lvl1pPr>
          </a:lstStyle>
          <a:p>
            <a:pPr lvl="0"/>
            <a:r>
              <a:rPr lang="en-US"/>
              <a:t>Company Name</a:t>
            </a:r>
          </a:p>
        </p:txBody>
      </p:sp>
      <p:sp>
        <p:nvSpPr>
          <p:cNvPr id="37" name="Year Placeholder 4">
            <a:extLst>
              <a:ext uri="{FF2B5EF4-FFF2-40B4-BE49-F238E27FC236}">
                <a16:creationId xmlns:a16="http://schemas.microsoft.com/office/drawing/2014/main" id="{592051E0-EF41-4E93-AA7A-CD4CEFC9D5B6}"/>
              </a:ext>
            </a:extLst>
          </p:cNvPr>
          <p:cNvSpPr>
            <a:spLocks noGrp="1"/>
          </p:cNvSpPr>
          <p:nvPr>
            <p:ph type="body" sz="quarter" idx="58" hasCustomPrompt="1"/>
          </p:nvPr>
        </p:nvSpPr>
        <p:spPr>
          <a:xfrm>
            <a:off x="11166475" y="4297746"/>
            <a:ext cx="504305"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US"/>
              <a:t>Year</a:t>
            </a:r>
          </a:p>
        </p:txBody>
      </p:sp>
      <p:sp>
        <p:nvSpPr>
          <p:cNvPr id="39" name="Picture Placeholder 4">
            <a:extLst>
              <a:ext uri="{FF2B5EF4-FFF2-40B4-BE49-F238E27FC236}">
                <a16:creationId xmlns:a16="http://schemas.microsoft.com/office/drawing/2014/main" id="{420667A6-1CA8-47BC-BD45-74C86B6A915F}"/>
              </a:ext>
            </a:extLst>
          </p:cNvPr>
          <p:cNvSpPr>
            <a:spLocks noGrp="1"/>
          </p:cNvSpPr>
          <p:nvPr>
            <p:ph type="pic" sz="quarter" idx="59"/>
          </p:nvPr>
        </p:nvSpPr>
        <p:spPr>
          <a:xfrm>
            <a:off x="6657975" y="4630737"/>
            <a:ext cx="2452688" cy="1773233"/>
          </a:xfrm>
          <a:solidFill>
            <a:srgbClr val="CBCDCB"/>
          </a:solidFill>
        </p:spPr>
        <p:txBody>
          <a:bodyPr rIns="0" anchor="ctr" anchorCtr="0"/>
          <a:lstStyle>
            <a:lvl1pPr algn="ctr">
              <a:defRPr/>
            </a:lvl1pPr>
          </a:lstStyle>
          <a:p>
            <a:r>
              <a:rPr lang="en-US"/>
              <a:t>Click icon to add picture</a:t>
            </a:r>
          </a:p>
        </p:txBody>
      </p:sp>
      <p:sp>
        <p:nvSpPr>
          <p:cNvPr id="40" name="Table Placeholder 4">
            <a:extLst>
              <a:ext uri="{FF2B5EF4-FFF2-40B4-BE49-F238E27FC236}">
                <a16:creationId xmlns:a16="http://schemas.microsoft.com/office/drawing/2014/main" id="{177467AF-E654-466D-855B-46C749C92FDD}"/>
              </a:ext>
            </a:extLst>
          </p:cNvPr>
          <p:cNvSpPr>
            <a:spLocks noGrp="1"/>
          </p:cNvSpPr>
          <p:nvPr>
            <p:ph type="tbl" sz="quarter" idx="60" hasCustomPrompt="1"/>
          </p:nvPr>
        </p:nvSpPr>
        <p:spPr>
          <a:xfrm>
            <a:off x="9228646" y="4630738"/>
            <a:ext cx="2450592" cy="1773034"/>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Tree>
    <p:extLst>
      <p:ext uri="{BB962C8B-B14F-4D97-AF65-F5344CB8AC3E}">
        <p14:creationId xmlns:p14="http://schemas.microsoft.com/office/powerpoint/2010/main" val="3807545977"/>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rack Record - 3up">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5" y="1292229"/>
            <a:ext cx="5021263" cy="566122"/>
          </a:xfrm>
        </p:spPr>
        <p:txBody>
          <a:bodyPr anchor="b" anchorCtr="0"/>
          <a:lstStyle>
            <a:lvl1pPr>
              <a:defRPr>
                <a:solidFill>
                  <a:srgbClr val="96B3B6"/>
                </a:solidFill>
              </a:defRPr>
            </a:lvl1pPr>
          </a:lstStyle>
          <a:p>
            <a:pPr lvl="0"/>
            <a:r>
              <a:rPr lang="en-US"/>
              <a:t>Sector or Asset Type</a:t>
            </a:r>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4" y="2227263"/>
            <a:ext cx="3484563" cy="1773233"/>
          </a:xfrm>
          <a:solidFill>
            <a:srgbClr val="CBCDCB"/>
          </a:solidFill>
        </p:spPr>
        <p:txBody>
          <a:bodyPr rIns="0" anchor="ctr" anchorCtr="0"/>
          <a:lstStyle>
            <a:lvl1pPr algn="ctr">
              <a:defRPr/>
            </a:lvl1pPr>
          </a:lstStyle>
          <a:p>
            <a:r>
              <a:rPr lang="en-US"/>
              <a:t>Click icon to add picture</a:t>
            </a:r>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511174" y="4000495"/>
            <a:ext cx="3484563" cy="1876427"/>
          </a:xfrm>
        </p:spPr>
        <p:txBody>
          <a:bodyPr rIns="0" anchor="ctr" anchorCtr="0"/>
          <a:lstStyle>
            <a:lvl1pPr algn="ctr">
              <a:defRPr/>
            </a:lvl1pPr>
            <a:lvl2pPr algn="ctr">
              <a:defRPr sz="1200"/>
            </a:lvl2pPr>
          </a:lstStyle>
          <a:p>
            <a:r>
              <a:rPr lang="en-US"/>
              <a:t>Click icon to insert table</a:t>
            </a:r>
            <a:br>
              <a:rPr lang="en-US"/>
            </a:br>
            <a:r>
              <a:rPr lang="en-US"/>
              <a:t>2 columns x 6 rows</a:t>
            </a:r>
          </a:p>
        </p:txBody>
      </p:sp>
      <p:sp>
        <p:nvSpPr>
          <p:cNvPr id="41" name="Picture Placeholder 2">
            <a:extLst>
              <a:ext uri="{FF2B5EF4-FFF2-40B4-BE49-F238E27FC236}">
                <a16:creationId xmlns:a16="http://schemas.microsoft.com/office/drawing/2014/main" id="{D16FDEBB-CDB1-4A20-9F59-F349EEE1C516}"/>
              </a:ext>
            </a:extLst>
          </p:cNvPr>
          <p:cNvSpPr>
            <a:spLocks noGrp="1"/>
          </p:cNvSpPr>
          <p:nvPr>
            <p:ph type="pic" sz="quarter" idx="48"/>
          </p:nvPr>
        </p:nvSpPr>
        <p:spPr>
          <a:xfrm>
            <a:off x="4353718" y="2227263"/>
            <a:ext cx="3484563" cy="1773233"/>
          </a:xfrm>
          <a:solidFill>
            <a:srgbClr val="CBCDCB"/>
          </a:solidFill>
        </p:spPr>
        <p:txBody>
          <a:bodyPr rIns="0" anchor="ctr" anchorCtr="0"/>
          <a:lstStyle>
            <a:lvl1pPr algn="ctr">
              <a:defRPr/>
            </a:lvl1pPr>
          </a:lstStyle>
          <a:p>
            <a:r>
              <a:rPr lang="en-US"/>
              <a:t>Click icon to add picture</a:t>
            </a:r>
          </a:p>
        </p:txBody>
      </p:sp>
      <p:sp>
        <p:nvSpPr>
          <p:cNvPr id="42" name="Table Placeholder 2">
            <a:extLst>
              <a:ext uri="{FF2B5EF4-FFF2-40B4-BE49-F238E27FC236}">
                <a16:creationId xmlns:a16="http://schemas.microsoft.com/office/drawing/2014/main" id="{0A45C0B8-0909-4C05-9842-8CFC1E65CA6E}"/>
              </a:ext>
            </a:extLst>
          </p:cNvPr>
          <p:cNvSpPr>
            <a:spLocks noGrp="1"/>
          </p:cNvSpPr>
          <p:nvPr>
            <p:ph type="tbl" sz="quarter" idx="49" hasCustomPrompt="1"/>
          </p:nvPr>
        </p:nvSpPr>
        <p:spPr>
          <a:xfrm>
            <a:off x="4353718" y="4000495"/>
            <a:ext cx="3484563" cy="1876427"/>
          </a:xfrm>
        </p:spPr>
        <p:txBody>
          <a:bodyPr rIns="0" anchor="ctr" anchorCtr="0"/>
          <a:lstStyle>
            <a:lvl1pPr algn="ctr">
              <a:defRPr/>
            </a:lvl1pPr>
            <a:lvl2pPr algn="ctr">
              <a:defRPr sz="1200"/>
            </a:lvl2pPr>
          </a:lstStyle>
          <a:p>
            <a:r>
              <a:rPr lang="en-US"/>
              <a:t>Click icon to insert table</a:t>
            </a:r>
            <a:br>
              <a:rPr lang="en-US"/>
            </a:br>
            <a:r>
              <a:rPr lang="en-US"/>
              <a:t>2 columns x 6 rows</a:t>
            </a:r>
          </a:p>
        </p:txBody>
      </p:sp>
      <p:sp>
        <p:nvSpPr>
          <p:cNvPr id="43" name="Picture Placeholder 3">
            <a:extLst>
              <a:ext uri="{FF2B5EF4-FFF2-40B4-BE49-F238E27FC236}">
                <a16:creationId xmlns:a16="http://schemas.microsoft.com/office/drawing/2014/main" id="{D0DCD58F-F3C7-4E2F-9EDE-21383ECB9ECB}"/>
              </a:ext>
            </a:extLst>
          </p:cNvPr>
          <p:cNvSpPr>
            <a:spLocks noGrp="1"/>
          </p:cNvSpPr>
          <p:nvPr>
            <p:ph type="pic" sz="quarter" idx="50"/>
          </p:nvPr>
        </p:nvSpPr>
        <p:spPr>
          <a:xfrm>
            <a:off x="8194675" y="2227263"/>
            <a:ext cx="3484563" cy="1773233"/>
          </a:xfrm>
          <a:solidFill>
            <a:srgbClr val="CBCDCB"/>
          </a:solidFill>
        </p:spPr>
        <p:txBody>
          <a:bodyPr rIns="0" anchor="ctr" anchorCtr="0"/>
          <a:lstStyle>
            <a:lvl1pPr algn="ctr">
              <a:defRPr/>
            </a:lvl1pPr>
          </a:lstStyle>
          <a:p>
            <a:r>
              <a:rPr lang="en-US"/>
              <a:t>Click icon to add picture</a:t>
            </a:r>
          </a:p>
        </p:txBody>
      </p:sp>
      <p:sp>
        <p:nvSpPr>
          <p:cNvPr id="44" name="Table Placeholder 3">
            <a:extLst>
              <a:ext uri="{FF2B5EF4-FFF2-40B4-BE49-F238E27FC236}">
                <a16:creationId xmlns:a16="http://schemas.microsoft.com/office/drawing/2014/main" id="{C96A6F0A-397E-4C72-B34E-F20C5738B130}"/>
              </a:ext>
            </a:extLst>
          </p:cNvPr>
          <p:cNvSpPr>
            <a:spLocks noGrp="1"/>
          </p:cNvSpPr>
          <p:nvPr>
            <p:ph type="tbl" sz="quarter" idx="51" hasCustomPrompt="1"/>
          </p:nvPr>
        </p:nvSpPr>
        <p:spPr>
          <a:xfrm>
            <a:off x="8194675" y="4000495"/>
            <a:ext cx="3484563" cy="1876427"/>
          </a:xfrm>
        </p:spPr>
        <p:txBody>
          <a:bodyPr rIns="0" anchor="ctr" anchorCtr="0"/>
          <a:lstStyle>
            <a:lvl1pPr algn="ctr">
              <a:defRPr/>
            </a:lvl1pPr>
            <a:lvl2pPr algn="ctr">
              <a:defRPr sz="1200"/>
            </a:lvl2pPr>
          </a:lstStyle>
          <a:p>
            <a:r>
              <a:rPr lang="en-US"/>
              <a:t>Click icon to insert table</a:t>
            </a:r>
            <a:br>
              <a:rPr lang="en-US"/>
            </a:br>
            <a:r>
              <a:rPr lang="en-US"/>
              <a:t>2 columns x 6 rows</a:t>
            </a:r>
          </a:p>
        </p:txBody>
      </p:sp>
    </p:spTree>
    <p:extLst>
      <p:ext uri="{BB962C8B-B14F-4D97-AF65-F5344CB8AC3E}">
        <p14:creationId xmlns:p14="http://schemas.microsoft.com/office/powerpoint/2010/main" val="2670512908"/>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rack Record - 4up Option 2">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 uri="{C183D7F6-B498-43B3-948B-1728B52AA6E4}">
                <adec:decorative xmlns:adec="http://schemas.microsoft.com/office/drawing/2017/decorative" val="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Header</a:t>
            </a:r>
          </a:p>
        </p:txBody>
      </p: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5" y="1292229"/>
            <a:ext cx="5021263" cy="566122"/>
          </a:xfrm>
        </p:spPr>
        <p:txBody>
          <a:bodyPr anchor="b" anchorCtr="0"/>
          <a:lstStyle>
            <a:lvl1pPr>
              <a:defRPr>
                <a:solidFill>
                  <a:srgbClr val="96B3B6"/>
                </a:solidFill>
              </a:defRPr>
            </a:lvl1pPr>
          </a:lstStyle>
          <a:p>
            <a:pPr lvl="0"/>
            <a:r>
              <a:rPr lang="en-US"/>
              <a:t>Sector or Asset Type</a:t>
            </a:r>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139717"/>
            <a:ext cx="2452688" cy="1965960"/>
          </a:xfrm>
          <a:solidFill>
            <a:srgbClr val="CBCDCB"/>
          </a:solidFill>
        </p:spPr>
        <p:txBody>
          <a:bodyPr rIns="0" anchor="ctr" anchorCtr="0"/>
          <a:lstStyle>
            <a:lvl1pPr algn="ctr">
              <a:defRPr/>
            </a:lvl1pPr>
          </a:lstStyle>
          <a:p>
            <a:r>
              <a:rPr lang="en-US"/>
              <a:t>Click icon to add picture</a:t>
            </a:r>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2963863" y="2139718"/>
            <a:ext cx="3081337" cy="1965960"/>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
        <p:nvSpPr>
          <p:cNvPr id="28" name="Picture Placeholder 2">
            <a:extLst>
              <a:ext uri="{FF2B5EF4-FFF2-40B4-BE49-F238E27FC236}">
                <a16:creationId xmlns:a16="http://schemas.microsoft.com/office/drawing/2014/main" id="{0D9309F7-52A6-4F04-9120-F267FA588179}"/>
              </a:ext>
            </a:extLst>
          </p:cNvPr>
          <p:cNvSpPr>
            <a:spLocks noGrp="1"/>
          </p:cNvSpPr>
          <p:nvPr>
            <p:ph type="pic" sz="quarter" idx="50"/>
          </p:nvPr>
        </p:nvSpPr>
        <p:spPr>
          <a:xfrm>
            <a:off x="511175" y="4438015"/>
            <a:ext cx="2452688" cy="1965960"/>
          </a:xfrm>
          <a:solidFill>
            <a:srgbClr val="CBCDCB"/>
          </a:solidFill>
        </p:spPr>
        <p:txBody>
          <a:bodyPr rIns="0" anchor="ctr" anchorCtr="0"/>
          <a:lstStyle>
            <a:lvl1pPr algn="ctr">
              <a:defRPr/>
            </a:lvl1pPr>
          </a:lstStyle>
          <a:p>
            <a:r>
              <a:rPr lang="en-US"/>
              <a:t>Click icon to add picture</a:t>
            </a:r>
          </a:p>
        </p:txBody>
      </p:sp>
      <p:sp>
        <p:nvSpPr>
          <p:cNvPr id="29" name="Table Placeholder 2">
            <a:extLst>
              <a:ext uri="{FF2B5EF4-FFF2-40B4-BE49-F238E27FC236}">
                <a16:creationId xmlns:a16="http://schemas.microsoft.com/office/drawing/2014/main" id="{7591982B-5DDF-4864-B801-20717B21EF9E}"/>
              </a:ext>
            </a:extLst>
          </p:cNvPr>
          <p:cNvSpPr>
            <a:spLocks noGrp="1"/>
          </p:cNvSpPr>
          <p:nvPr>
            <p:ph type="tbl" sz="quarter" idx="51" hasCustomPrompt="1"/>
          </p:nvPr>
        </p:nvSpPr>
        <p:spPr>
          <a:xfrm>
            <a:off x="2963863" y="4438015"/>
            <a:ext cx="3081337" cy="1965960"/>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
        <p:nvSpPr>
          <p:cNvPr id="34" name="Picture Placeholder 3">
            <a:extLst>
              <a:ext uri="{FF2B5EF4-FFF2-40B4-BE49-F238E27FC236}">
                <a16:creationId xmlns:a16="http://schemas.microsoft.com/office/drawing/2014/main" id="{B6C4D19D-F5BA-4B2D-B6B4-8A75208F6B02}"/>
              </a:ext>
            </a:extLst>
          </p:cNvPr>
          <p:cNvSpPr>
            <a:spLocks noGrp="1"/>
          </p:cNvSpPr>
          <p:nvPr>
            <p:ph type="pic" sz="quarter" idx="55"/>
          </p:nvPr>
        </p:nvSpPr>
        <p:spPr>
          <a:xfrm>
            <a:off x="6146764" y="2139717"/>
            <a:ext cx="2452688" cy="1965960"/>
          </a:xfrm>
          <a:solidFill>
            <a:srgbClr val="CBCDCB"/>
          </a:solidFill>
        </p:spPr>
        <p:txBody>
          <a:bodyPr rIns="0" anchor="ctr" anchorCtr="0"/>
          <a:lstStyle>
            <a:lvl1pPr algn="ctr">
              <a:defRPr/>
            </a:lvl1pPr>
          </a:lstStyle>
          <a:p>
            <a:r>
              <a:rPr lang="en-US"/>
              <a:t>Click icon to add picture</a:t>
            </a:r>
          </a:p>
        </p:txBody>
      </p:sp>
      <p:sp>
        <p:nvSpPr>
          <p:cNvPr id="35" name="Table Placeholder 3">
            <a:extLst>
              <a:ext uri="{FF2B5EF4-FFF2-40B4-BE49-F238E27FC236}">
                <a16:creationId xmlns:a16="http://schemas.microsoft.com/office/drawing/2014/main" id="{358FF565-D88B-45D6-A97A-40C6EE7CD186}"/>
              </a:ext>
            </a:extLst>
          </p:cNvPr>
          <p:cNvSpPr>
            <a:spLocks noGrp="1"/>
          </p:cNvSpPr>
          <p:nvPr>
            <p:ph type="tbl" sz="quarter" idx="56" hasCustomPrompt="1"/>
          </p:nvPr>
        </p:nvSpPr>
        <p:spPr>
          <a:xfrm>
            <a:off x="8599452" y="2139718"/>
            <a:ext cx="3081528" cy="1965960"/>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
        <p:nvSpPr>
          <p:cNvPr id="39" name="Picture Placeholder 4">
            <a:extLst>
              <a:ext uri="{FF2B5EF4-FFF2-40B4-BE49-F238E27FC236}">
                <a16:creationId xmlns:a16="http://schemas.microsoft.com/office/drawing/2014/main" id="{420667A6-1CA8-47BC-BD45-74C86B6A915F}"/>
              </a:ext>
            </a:extLst>
          </p:cNvPr>
          <p:cNvSpPr>
            <a:spLocks noGrp="1"/>
          </p:cNvSpPr>
          <p:nvPr>
            <p:ph type="pic" sz="quarter" idx="59"/>
          </p:nvPr>
        </p:nvSpPr>
        <p:spPr>
          <a:xfrm>
            <a:off x="6146764" y="4438015"/>
            <a:ext cx="2452688" cy="1965960"/>
          </a:xfrm>
          <a:solidFill>
            <a:srgbClr val="CBCDCB"/>
          </a:solidFill>
        </p:spPr>
        <p:txBody>
          <a:bodyPr rIns="0" anchor="ctr" anchorCtr="0"/>
          <a:lstStyle>
            <a:lvl1pPr algn="ctr">
              <a:defRPr/>
            </a:lvl1pPr>
          </a:lstStyle>
          <a:p>
            <a:r>
              <a:rPr lang="en-US"/>
              <a:t>Click icon to add picture</a:t>
            </a:r>
          </a:p>
        </p:txBody>
      </p:sp>
      <p:sp>
        <p:nvSpPr>
          <p:cNvPr id="40" name="Table Placeholder 4">
            <a:extLst>
              <a:ext uri="{FF2B5EF4-FFF2-40B4-BE49-F238E27FC236}">
                <a16:creationId xmlns:a16="http://schemas.microsoft.com/office/drawing/2014/main" id="{177467AF-E654-466D-855B-46C749C92FDD}"/>
              </a:ext>
            </a:extLst>
          </p:cNvPr>
          <p:cNvSpPr>
            <a:spLocks noGrp="1"/>
          </p:cNvSpPr>
          <p:nvPr>
            <p:ph type="tbl" sz="quarter" idx="60" hasCustomPrompt="1"/>
          </p:nvPr>
        </p:nvSpPr>
        <p:spPr>
          <a:xfrm>
            <a:off x="8599452" y="4438015"/>
            <a:ext cx="3081528" cy="1965960"/>
          </a:xfrm>
        </p:spPr>
        <p:txBody>
          <a:bodyPr rIns="0" anchor="ctr" anchorCtr="0"/>
          <a:lstStyle>
            <a:lvl1pPr algn="ctr">
              <a:defRPr/>
            </a:lvl1pPr>
            <a:lvl2pPr algn="ctr">
              <a:defRPr sz="1200"/>
            </a:lvl2pPr>
          </a:lstStyle>
          <a:p>
            <a:r>
              <a:rPr lang="en-US"/>
              <a:t>Click icon</a:t>
            </a:r>
            <a:br>
              <a:rPr lang="en-US"/>
            </a:br>
            <a:r>
              <a:rPr lang="en-US"/>
              <a:t>to insert table</a:t>
            </a:r>
            <a:br>
              <a:rPr lang="en-US"/>
            </a:br>
            <a:r>
              <a:rPr lang="en-US"/>
              <a:t>2 columns x 6 rows</a:t>
            </a:r>
          </a:p>
        </p:txBody>
      </p:sp>
    </p:spTree>
    <p:extLst>
      <p:ext uri="{BB962C8B-B14F-4D97-AF65-F5344CB8AC3E}">
        <p14:creationId xmlns:p14="http://schemas.microsoft.com/office/powerpoint/2010/main" val="1150658828"/>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Event Speakers - 3up">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5" y="1601788"/>
            <a:ext cx="1714500" cy="1143000"/>
          </a:xfrm>
        </p:spPr>
        <p:txBody>
          <a:bodyPr rIns="0" anchor="ctr" anchorCtr="0"/>
          <a:lstStyle>
            <a:lvl1pPr algn="ctr">
              <a:defRPr sz="1600"/>
            </a:lvl1pPr>
          </a:lstStyle>
          <a:p>
            <a:r>
              <a:rPr lang="en-US"/>
              <a:t>Click here to insert headshot</a:t>
            </a:r>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2852738"/>
            <a:ext cx="1947672" cy="1773237"/>
          </a:xfrm>
        </p:spPr>
        <p:txBody>
          <a:bodyPr/>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50">
                <a:latin typeface="Calibre Light" panose="020B0303030202060203" pitchFamily="34" charset="0"/>
              </a:defRPr>
            </a:lvl3pPr>
            <a:lvl4pPr>
              <a:defRPr sz="105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6146800" y="1601788"/>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6146800" y="2852738"/>
            <a:ext cx="1947672" cy="1773237"/>
          </a:xfrm>
        </p:spPr>
        <p:txBody>
          <a:bodyPr/>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50">
                <a:latin typeface="Calibre Light" panose="020B0303030202060203" pitchFamily="34" charset="0"/>
              </a:defRPr>
            </a:lvl3pPr>
            <a:lvl4pPr>
              <a:defRPr sz="105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8711023" y="1601788"/>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8709025" y="2852738"/>
            <a:ext cx="1947672" cy="1773237"/>
          </a:xfrm>
        </p:spPr>
        <p:txBody>
          <a:bodyPr/>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50">
                <a:latin typeface="Calibre Light" panose="020B0303030202060203" pitchFamily="34" charset="0"/>
              </a:defRPr>
            </a:lvl3pPr>
            <a:lvl4pPr>
              <a:defRPr sz="105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7" name="Notes Placeholder">
            <a:extLst>
              <a:ext uri="{FF2B5EF4-FFF2-40B4-BE49-F238E27FC236}">
                <a16:creationId xmlns:a16="http://schemas.microsoft.com/office/drawing/2014/main" id="{9AC7DFF1-237E-42C0-B070-2C08EDF4EDD2}"/>
              </a:ext>
              <a:ext uri="{C183D7F6-B498-43B3-948B-1728B52AA6E4}">
                <adec:decorative xmlns:adec="http://schemas.microsoft.com/office/drawing/2017/decorative" val="0"/>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021425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vent Speakers - 6up">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5" y="1601788"/>
            <a:ext cx="1714500" cy="1143000"/>
          </a:xfrm>
        </p:spPr>
        <p:txBody>
          <a:bodyPr rIns="0" anchor="ctr" anchorCtr="0"/>
          <a:lstStyle>
            <a:lvl1pPr algn="ctr">
              <a:defRPr sz="1600"/>
            </a:lvl1pPr>
          </a:lstStyle>
          <a:p>
            <a:r>
              <a:rPr lang="en-US"/>
              <a:t>Click here to insert headshot</a:t>
            </a:r>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2802732"/>
            <a:ext cx="1947672" cy="1147762"/>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6146704" y="1601787"/>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6146704" y="2802732"/>
            <a:ext cx="1947672" cy="1147762"/>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8708832" y="1601787"/>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8708832" y="2802732"/>
            <a:ext cx="1947672" cy="1147762"/>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8" name="Headshot Placeholder 4">
            <a:extLst>
              <a:ext uri="{FF2B5EF4-FFF2-40B4-BE49-F238E27FC236}">
                <a16:creationId xmlns:a16="http://schemas.microsoft.com/office/drawing/2014/main" id="{E562E097-32AF-4CB3-8CFD-E3F12BE51433}"/>
              </a:ext>
            </a:extLst>
          </p:cNvPr>
          <p:cNvSpPr>
            <a:spLocks noGrp="1" noChangeAspect="1"/>
          </p:cNvSpPr>
          <p:nvPr>
            <p:ph type="pic" sz="quarter" idx="18" hasCustomPrompt="1"/>
          </p:nvPr>
        </p:nvSpPr>
        <p:spPr>
          <a:xfrm>
            <a:off x="3584575" y="4102099"/>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0" name="Speaker Placeholder 4">
            <a:extLst>
              <a:ext uri="{FF2B5EF4-FFF2-40B4-BE49-F238E27FC236}">
                <a16:creationId xmlns:a16="http://schemas.microsoft.com/office/drawing/2014/main" id="{42AA3A88-FA21-4ACB-9882-A7C04F6FDD72}"/>
              </a:ext>
            </a:extLst>
          </p:cNvPr>
          <p:cNvSpPr>
            <a:spLocks noGrp="1"/>
          </p:cNvSpPr>
          <p:nvPr>
            <p:ph sz="quarter" idx="19" hasCustomPrompt="1"/>
          </p:nvPr>
        </p:nvSpPr>
        <p:spPr>
          <a:xfrm>
            <a:off x="3584575" y="5303043"/>
            <a:ext cx="1947863" cy="1146175"/>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4" name="Headshot Placeholder 5">
            <a:extLst>
              <a:ext uri="{FF2B5EF4-FFF2-40B4-BE49-F238E27FC236}">
                <a16:creationId xmlns:a16="http://schemas.microsoft.com/office/drawing/2014/main" id="{EEC09747-3096-49C8-AF80-79E243A26F01}"/>
              </a:ext>
            </a:extLst>
          </p:cNvPr>
          <p:cNvSpPr>
            <a:spLocks noGrp="1" noChangeAspect="1"/>
          </p:cNvSpPr>
          <p:nvPr>
            <p:ph type="pic" sz="quarter" idx="20" hasCustomPrompt="1"/>
          </p:nvPr>
        </p:nvSpPr>
        <p:spPr>
          <a:xfrm>
            <a:off x="6146703" y="4102099"/>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25" name="Speaker Placeholder 5">
            <a:extLst>
              <a:ext uri="{FF2B5EF4-FFF2-40B4-BE49-F238E27FC236}">
                <a16:creationId xmlns:a16="http://schemas.microsoft.com/office/drawing/2014/main" id="{B2B0C01B-6531-42DF-8417-7D611F2700F2}"/>
              </a:ext>
            </a:extLst>
          </p:cNvPr>
          <p:cNvSpPr>
            <a:spLocks noGrp="1"/>
          </p:cNvSpPr>
          <p:nvPr>
            <p:ph sz="quarter" idx="24" hasCustomPrompt="1"/>
          </p:nvPr>
        </p:nvSpPr>
        <p:spPr>
          <a:xfrm>
            <a:off x="6146799" y="5303043"/>
            <a:ext cx="1947672" cy="1143000"/>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8" name="Headshot Placeholder 6">
            <a:extLst>
              <a:ext uri="{FF2B5EF4-FFF2-40B4-BE49-F238E27FC236}">
                <a16:creationId xmlns:a16="http://schemas.microsoft.com/office/drawing/2014/main" id="{5A0F6C97-4947-4297-B676-3E2F9F9B08F9}"/>
              </a:ext>
            </a:extLst>
          </p:cNvPr>
          <p:cNvSpPr>
            <a:spLocks noGrp="1" noChangeAspect="1"/>
          </p:cNvSpPr>
          <p:nvPr>
            <p:ph type="pic" sz="quarter" idx="21" hasCustomPrompt="1"/>
          </p:nvPr>
        </p:nvSpPr>
        <p:spPr>
          <a:xfrm>
            <a:off x="8708832" y="4102099"/>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27" name="Speaker Placeholder 6">
            <a:extLst>
              <a:ext uri="{FF2B5EF4-FFF2-40B4-BE49-F238E27FC236}">
                <a16:creationId xmlns:a16="http://schemas.microsoft.com/office/drawing/2014/main" id="{CC0E2C9A-7281-4F6E-B19D-616AF41B108E}"/>
              </a:ext>
            </a:extLst>
          </p:cNvPr>
          <p:cNvSpPr>
            <a:spLocks noGrp="1"/>
          </p:cNvSpPr>
          <p:nvPr>
            <p:ph sz="quarter" idx="25" hasCustomPrompt="1"/>
          </p:nvPr>
        </p:nvSpPr>
        <p:spPr>
          <a:xfrm>
            <a:off x="8708832" y="5303043"/>
            <a:ext cx="1947672" cy="1143000"/>
          </a:xfrm>
        </p:spPr>
        <p:txBody>
          <a:bodyPr rIns="274320"/>
          <a:lstStyle>
            <a:lvl1pPr>
              <a:spcBef>
                <a:spcPts val="0"/>
              </a:spcBef>
              <a:spcAft>
                <a:spcPts val="0"/>
              </a:spcAft>
              <a:defRPr sz="1600">
                <a:latin typeface="Financier Display Medium" panose="02020603070506060203" pitchFamily="18" charset="0"/>
              </a:defRPr>
            </a:lvl1pPr>
            <a:lvl2pPr>
              <a:spcAft>
                <a:spcPts val="300"/>
              </a:spcAft>
              <a:defRPr sz="12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7116390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vent Speakers - 8up">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 uri="{C183D7F6-B498-43B3-948B-1728B52AA6E4}">
                <adec:decorative xmlns:adec="http://schemas.microsoft.com/office/drawing/2017/decorative" val="1"/>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957804"/>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US"/>
              <a:t>Navigation Header</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6" y="1601788"/>
            <a:ext cx="1435100" cy="956733"/>
          </a:xfrm>
        </p:spPr>
        <p:txBody>
          <a:bodyPr rIns="0" anchor="ctr" anchorCtr="0"/>
          <a:lstStyle>
            <a:lvl1pPr algn="ctr">
              <a:defRPr sz="1600"/>
            </a:lvl1pPr>
          </a:lstStyle>
          <a:p>
            <a:r>
              <a:rPr lang="en-US"/>
              <a:t>Click here to insert headshot</a:t>
            </a:r>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2667001"/>
            <a:ext cx="1947672" cy="1147762"/>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5630122" y="1601788"/>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5634228" y="2667001"/>
            <a:ext cx="1947672" cy="1147762"/>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7680748" y="1601788"/>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7681501" y="2667001"/>
            <a:ext cx="1947672" cy="1147762"/>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8" name="Headshot Placeholder 4">
            <a:extLst>
              <a:ext uri="{FF2B5EF4-FFF2-40B4-BE49-F238E27FC236}">
                <a16:creationId xmlns:a16="http://schemas.microsoft.com/office/drawing/2014/main" id="{E562E097-32AF-4CB3-8CFD-E3F12BE51433}"/>
              </a:ext>
            </a:extLst>
          </p:cNvPr>
          <p:cNvSpPr>
            <a:spLocks noGrp="1" noChangeAspect="1"/>
          </p:cNvSpPr>
          <p:nvPr>
            <p:ph type="pic" sz="quarter" idx="18" hasCustomPrompt="1"/>
          </p:nvPr>
        </p:nvSpPr>
        <p:spPr>
          <a:xfrm>
            <a:off x="9731374" y="1601788"/>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10" name="Speaker Placeholder 4">
            <a:extLst>
              <a:ext uri="{FF2B5EF4-FFF2-40B4-BE49-F238E27FC236}">
                <a16:creationId xmlns:a16="http://schemas.microsoft.com/office/drawing/2014/main" id="{42AA3A88-FA21-4ACB-9882-A7C04F6FDD72}"/>
              </a:ext>
            </a:extLst>
          </p:cNvPr>
          <p:cNvSpPr>
            <a:spLocks noGrp="1"/>
          </p:cNvSpPr>
          <p:nvPr>
            <p:ph sz="quarter" idx="19" hasCustomPrompt="1"/>
          </p:nvPr>
        </p:nvSpPr>
        <p:spPr>
          <a:xfrm>
            <a:off x="9731375" y="2667000"/>
            <a:ext cx="1947863" cy="1146175"/>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4" name="Headshot Placeholder 5">
            <a:extLst>
              <a:ext uri="{FF2B5EF4-FFF2-40B4-BE49-F238E27FC236}">
                <a16:creationId xmlns:a16="http://schemas.microsoft.com/office/drawing/2014/main" id="{EEC09747-3096-49C8-AF80-79E243A26F01}"/>
              </a:ext>
            </a:extLst>
          </p:cNvPr>
          <p:cNvSpPr>
            <a:spLocks noGrp="1" noChangeAspect="1"/>
          </p:cNvSpPr>
          <p:nvPr>
            <p:ph type="pic" sz="quarter" idx="20" hasCustomPrompt="1"/>
          </p:nvPr>
        </p:nvSpPr>
        <p:spPr>
          <a:xfrm>
            <a:off x="3584576" y="41021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25" name="Speaker Placeholder 5">
            <a:extLst>
              <a:ext uri="{FF2B5EF4-FFF2-40B4-BE49-F238E27FC236}">
                <a16:creationId xmlns:a16="http://schemas.microsoft.com/office/drawing/2014/main" id="{B2B0C01B-6531-42DF-8417-7D611F2700F2}"/>
              </a:ext>
            </a:extLst>
          </p:cNvPr>
          <p:cNvSpPr>
            <a:spLocks noGrp="1"/>
          </p:cNvSpPr>
          <p:nvPr>
            <p:ph sz="quarter" idx="24" hasCustomPrompt="1"/>
          </p:nvPr>
        </p:nvSpPr>
        <p:spPr>
          <a:xfrm>
            <a:off x="3584575" y="5167312"/>
            <a:ext cx="1947672" cy="1143000"/>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18" name="Headshot Placeholder 6">
            <a:extLst>
              <a:ext uri="{FF2B5EF4-FFF2-40B4-BE49-F238E27FC236}">
                <a16:creationId xmlns:a16="http://schemas.microsoft.com/office/drawing/2014/main" id="{5A0F6C97-4947-4297-B676-3E2F9F9B08F9}"/>
              </a:ext>
            </a:extLst>
          </p:cNvPr>
          <p:cNvSpPr>
            <a:spLocks noGrp="1" noChangeAspect="1"/>
          </p:cNvSpPr>
          <p:nvPr>
            <p:ph type="pic" sz="quarter" idx="21" hasCustomPrompt="1"/>
          </p:nvPr>
        </p:nvSpPr>
        <p:spPr>
          <a:xfrm>
            <a:off x="5633509" y="41021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27" name="Speaker Placeholder 6">
            <a:extLst>
              <a:ext uri="{FF2B5EF4-FFF2-40B4-BE49-F238E27FC236}">
                <a16:creationId xmlns:a16="http://schemas.microsoft.com/office/drawing/2014/main" id="{CC0E2C9A-7281-4F6E-B19D-616AF41B108E}"/>
              </a:ext>
            </a:extLst>
          </p:cNvPr>
          <p:cNvSpPr>
            <a:spLocks noGrp="1"/>
          </p:cNvSpPr>
          <p:nvPr>
            <p:ph sz="quarter" idx="25" hasCustomPrompt="1"/>
          </p:nvPr>
        </p:nvSpPr>
        <p:spPr>
          <a:xfrm>
            <a:off x="5634228" y="5167312"/>
            <a:ext cx="1947672" cy="1143000"/>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21" name="Headshot Placeholder 7">
            <a:extLst>
              <a:ext uri="{FF2B5EF4-FFF2-40B4-BE49-F238E27FC236}">
                <a16:creationId xmlns:a16="http://schemas.microsoft.com/office/drawing/2014/main" id="{7332A527-0EB9-43D0-86B3-FF7773EE320D}"/>
              </a:ext>
            </a:extLst>
          </p:cNvPr>
          <p:cNvSpPr>
            <a:spLocks noGrp="1" noChangeAspect="1"/>
          </p:cNvSpPr>
          <p:nvPr>
            <p:ph type="pic" sz="quarter" idx="22" hasCustomPrompt="1"/>
          </p:nvPr>
        </p:nvSpPr>
        <p:spPr>
          <a:xfrm>
            <a:off x="7682442" y="41021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29" name="Speaker Placeholder 7">
            <a:extLst>
              <a:ext uri="{FF2B5EF4-FFF2-40B4-BE49-F238E27FC236}">
                <a16:creationId xmlns:a16="http://schemas.microsoft.com/office/drawing/2014/main" id="{57E18A33-5D61-41C4-BC2A-577D212DE187}"/>
              </a:ext>
            </a:extLst>
          </p:cNvPr>
          <p:cNvSpPr>
            <a:spLocks noGrp="1"/>
          </p:cNvSpPr>
          <p:nvPr>
            <p:ph sz="quarter" idx="26" hasCustomPrompt="1"/>
          </p:nvPr>
        </p:nvSpPr>
        <p:spPr>
          <a:xfrm>
            <a:off x="7681501" y="5167312"/>
            <a:ext cx="1947672" cy="1143000"/>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23" name="Headshot Placeholder 8">
            <a:extLst>
              <a:ext uri="{FF2B5EF4-FFF2-40B4-BE49-F238E27FC236}">
                <a16:creationId xmlns:a16="http://schemas.microsoft.com/office/drawing/2014/main" id="{8893B922-E816-4EB8-918A-6B723AFB4A5B}"/>
              </a:ext>
            </a:extLst>
          </p:cNvPr>
          <p:cNvSpPr>
            <a:spLocks noGrp="1" noChangeAspect="1"/>
          </p:cNvSpPr>
          <p:nvPr>
            <p:ph type="pic" sz="quarter" idx="23" hasCustomPrompt="1"/>
          </p:nvPr>
        </p:nvSpPr>
        <p:spPr>
          <a:xfrm>
            <a:off x="9731374" y="41021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here to insert headshot</a:t>
            </a:r>
          </a:p>
        </p:txBody>
      </p:sp>
      <p:sp>
        <p:nvSpPr>
          <p:cNvPr id="31" name="Speaker Placeholder 8">
            <a:extLst>
              <a:ext uri="{FF2B5EF4-FFF2-40B4-BE49-F238E27FC236}">
                <a16:creationId xmlns:a16="http://schemas.microsoft.com/office/drawing/2014/main" id="{BA121CB0-15F6-4A74-B2B5-3C8F4A4B255E}"/>
              </a:ext>
            </a:extLst>
          </p:cNvPr>
          <p:cNvSpPr>
            <a:spLocks noGrp="1"/>
          </p:cNvSpPr>
          <p:nvPr>
            <p:ph sz="quarter" idx="27" hasCustomPrompt="1"/>
          </p:nvPr>
        </p:nvSpPr>
        <p:spPr>
          <a:xfrm>
            <a:off x="9731375" y="5167312"/>
            <a:ext cx="1947672" cy="1143000"/>
          </a:xfrm>
        </p:spPr>
        <p:txBody>
          <a:bodyPr rIns="274320"/>
          <a:lstStyle>
            <a:lvl1pPr>
              <a:spcBef>
                <a:spcPts val="0"/>
              </a:spcBef>
              <a:spcAft>
                <a:spcPts val="0"/>
              </a:spcAft>
              <a:defRPr sz="15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US" err="1"/>
              <a:t>FirstnameLast</a:t>
            </a:r>
            <a:endParaRPr lang="en-US"/>
          </a:p>
          <a:p>
            <a:pPr lvl="1"/>
            <a:r>
              <a:rPr lang="en-US"/>
              <a:t>Title</a:t>
            </a:r>
          </a:p>
          <a:p>
            <a:pPr lvl="2"/>
            <a:r>
              <a:rPr lang="en-US"/>
              <a:t>Contact info</a:t>
            </a:r>
          </a:p>
          <a:p>
            <a:pPr lvl="3"/>
            <a:r>
              <a:rPr lang="en-US"/>
              <a:t>Bio info</a:t>
            </a:r>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1947672" cy="2889504"/>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498356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6"/>
        </a:solidFill>
        <a:effectLst/>
      </p:bgPr>
    </p:bg>
    <p:spTree>
      <p:nvGrpSpPr>
        <p:cNvPr id="1" name=""/>
        <p:cNvGrpSpPr/>
        <p:nvPr/>
      </p:nvGrpSpPr>
      <p:grpSpPr>
        <a:xfrm>
          <a:off x="0" y="0"/>
          <a:ext cx="0" cy="0"/>
          <a:chOff x="0" y="0"/>
          <a:chExt cx="0" cy="0"/>
        </a:xfrm>
      </p:grpSpPr>
      <p:cxnSp>
        <p:nvCxnSpPr>
          <p:cNvPr id="27" name="Line of Sight">
            <a:extLst>
              <a:ext uri="{FF2B5EF4-FFF2-40B4-BE49-F238E27FC236}">
                <a16:creationId xmlns:a16="http://schemas.microsoft.com/office/drawing/2014/main" id="{C407EC0E-41E7-4D5B-9055-FD42C50A8DCF}"/>
              </a:ext>
              <a:ext uri="{C183D7F6-B498-43B3-948B-1728B52AA6E4}">
                <adec:decorative xmlns:adec="http://schemas.microsoft.com/office/drawing/2017/decorative" val="1"/>
              </a:ext>
            </a:extLst>
          </p:cNvPr>
          <p:cNvCxnSpPr>
            <a:cxnSpLocks/>
          </p:cNvCxnSpPr>
          <p:nvPr userDrawn="1"/>
        </p:nvCxnSpPr>
        <p:spPr>
          <a:xfrm>
            <a:off x="4290219" y="681037"/>
            <a:ext cx="617220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3" name="LoS Cover">
            <a:extLst>
              <a:ext uri="{FF2B5EF4-FFF2-40B4-BE49-F238E27FC236}">
                <a16:creationId xmlns:a16="http://schemas.microsoft.com/office/drawing/2014/main" id="{9CF8EC85-1633-4BD9-8545-28E2955DF1D4}"/>
              </a:ext>
              <a:ext uri="{C183D7F6-B498-43B3-948B-1728B52AA6E4}">
                <adec:decorative xmlns:adec="http://schemas.microsoft.com/office/drawing/2017/decorative" val="1"/>
              </a:ext>
            </a:extLst>
          </p:cNvPr>
          <p:cNvSpPr/>
          <p:nvPr userDrawn="1"/>
        </p:nvSpPr>
        <p:spPr>
          <a:xfrm>
            <a:off x="0" y="0"/>
            <a:ext cx="4290219" cy="126929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6" name="Thank you">
            <a:extLst>
              <a:ext uri="{FF2B5EF4-FFF2-40B4-BE49-F238E27FC236}">
                <a16:creationId xmlns:a16="http://schemas.microsoft.com/office/drawing/2014/main" id="{893A021A-717C-4A14-8688-02243BB5161B}"/>
              </a:ext>
            </a:extLst>
          </p:cNvPr>
          <p:cNvSpPr/>
          <p:nvPr userDrawn="1"/>
        </p:nvSpPr>
        <p:spPr>
          <a:xfrm>
            <a:off x="508635" y="62115"/>
            <a:ext cx="2937022" cy="892552"/>
          </a:xfrm>
          <a:prstGeom prst="rect">
            <a:avLst/>
          </a:prstGeom>
        </p:spPr>
        <p:txBody>
          <a:bodyPr wrap="none" lIns="0" tIns="0" rIns="0" bIns="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6600" b="0" i="0" u="none" strike="noStrike" kern="0" cap="none" spc="0" normalizeH="0" baseline="0" noProof="0">
                <a:ln>
                  <a:noFill/>
                </a:ln>
                <a:solidFill>
                  <a:srgbClr val="FFFFFF"/>
                </a:solidFill>
                <a:effectLst/>
                <a:uLnTx/>
                <a:uFillTx/>
                <a:latin typeface="Financier Display Medium" panose="02020603070506060203" pitchFamily="18" charset="0"/>
                <a:ea typeface="Arial Unicode MS"/>
                <a:cs typeface="Calibre Semibold" panose="020B0703030202060203" pitchFamily="34" charset="0"/>
              </a:rPr>
              <a:t>Thank you</a:t>
            </a:r>
            <a:endParaRPr kumimoji="0" lang="en-US" altLang="en-US" sz="700" b="0" i="0" u="none" strike="noStrike" kern="0" cap="none" spc="0" normalizeH="0" baseline="0" noProof="0">
              <a:ln>
                <a:noFill/>
              </a:ln>
              <a:solidFill>
                <a:srgbClr val="435254"/>
              </a:solidFill>
              <a:effectLst/>
              <a:uLnTx/>
              <a:uFillTx/>
              <a:latin typeface="Calibre Light" panose="020B0303030202060203" pitchFamily="34" charset="0"/>
              <a:ea typeface="+mn-ea"/>
              <a:cs typeface="+mn-cs"/>
            </a:endParaRPr>
          </a:p>
        </p:txBody>
      </p:sp>
      <p:sp>
        <p:nvSpPr>
          <p:cNvPr id="16" name="Multiple languages v2">
            <a:extLst>
              <a:ext uri="{FF2B5EF4-FFF2-40B4-BE49-F238E27FC236}">
                <a16:creationId xmlns:a16="http://schemas.microsoft.com/office/drawing/2014/main" id="{B5319367-E2F2-4416-8B64-73164E25D7A2}"/>
              </a:ext>
            </a:extLst>
          </p:cNvPr>
          <p:cNvSpPr txBox="1">
            <a:spLocks/>
          </p:cNvSpPr>
          <p:nvPr userDrawn="1"/>
        </p:nvSpPr>
        <p:spPr>
          <a:xfrm>
            <a:off x="508000" y="1201530"/>
            <a:ext cx="11168062" cy="1024144"/>
          </a:xfrm>
          <a:prstGeom prst="rect">
            <a:avLst/>
          </a:prstGeom>
          <a:noFill/>
          <a:ln w="9525" algn="ctr">
            <a:noFill/>
            <a:miter lim="800000"/>
            <a:headEnd/>
            <a:tailEnd/>
          </a:ln>
        </p:spPr>
        <p:txBody>
          <a:bodyPr vert="horz" wrap="square" lIns="0" tIns="0" rIns="0" bIns="0" numCol="1" anchor="t" anchorCtr="0" compatLnSpc="1">
            <a:prstTxWarp prst="textNoShape">
              <a:avLst/>
            </a:prstTxWarp>
            <a:noAutofit/>
          </a:bodyPr>
          <a:lstStyle>
            <a:lvl1pPr algn="l" defTabSz="914400" rtl="0" eaLnBrk="1" latinLnBrk="0" hangingPunct="1">
              <a:spcBef>
                <a:spcPct val="0"/>
              </a:spcBef>
              <a:buNone/>
              <a:defRPr kumimoji="0" lang="en-US" sz="2600" b="0" i="0" u="none" strike="noStrike" kern="0" cap="none" spc="0" normalizeH="0" baseline="0" noProof="0" dirty="0">
                <a:ln>
                  <a:noFill/>
                </a:ln>
                <a:solidFill>
                  <a:srgbClr val="006A4D"/>
                </a:solidFill>
                <a:effectLst/>
                <a:uLnTx/>
                <a:uFillTx/>
                <a:latin typeface="+mj-lt"/>
                <a:ea typeface="+mj-ea"/>
                <a:cs typeface="+mj-cs"/>
              </a:defRPr>
            </a:lvl1pPr>
          </a:lstStyle>
          <a:p>
            <a:pPr marL="0" marR="0" lvl="0" indent="0" algn="l" defTabSz="914620" rtl="0" eaLnBrk="1" fontAlgn="auto" latinLnBrk="0" hangingPunct="1">
              <a:lnSpc>
                <a:spcPct val="250000"/>
              </a:lnSpc>
              <a:spcBef>
                <a:spcPts val="0"/>
              </a:spcBef>
              <a:spcAft>
                <a:spcPts val="0"/>
              </a:spcAft>
              <a:buClrTx/>
              <a:buSzTx/>
              <a:buFontTx/>
              <a:buNone/>
              <a:tabLst/>
              <a:defRPr/>
            </a:pPr>
            <a:r>
              <a:rPr kumimoji="0" lang="en-US" sz="1400" b="0" i="0" u="none" strike="noStrike" kern="1200" cap="none" spc="0" normalizeH="0" baseline="0" noProof="0">
                <a:ln>
                  <a:noFill/>
                </a:ln>
                <a:solidFill>
                  <a:srgbClr val="CAD1D3"/>
                </a:solidFill>
                <a:effectLst/>
                <a:uLnTx/>
                <a:uFillTx/>
                <a:latin typeface="Calibre"/>
                <a:ea typeface="+mn-ea"/>
                <a:cs typeface="+mn-cs"/>
              </a:rPr>
              <a:t>Gracias</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sz="1300" b="0" i="0" u="none" strike="noStrike" kern="1200" cap="none" spc="0" normalizeH="0" baseline="0" noProof="0">
                <a:ln>
                  <a:noFill/>
                </a:ln>
                <a:solidFill>
                  <a:srgbClr val="CAD1D3"/>
                </a:solidFill>
                <a:effectLst/>
                <a:uLnTx/>
                <a:uFillTx/>
                <a:latin typeface="Calibre"/>
                <a:ea typeface="+mn-ea"/>
                <a:cs typeface="+mn-cs"/>
              </a:rPr>
              <a:t>ধন্যবাদ</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altLang="ja-JP" sz="1400" b="0" i="0" u="none" strike="noStrike" kern="1200" cap="none" spc="0" normalizeH="0" baseline="0" noProof="0">
                <a:ln>
                  <a:noFill/>
                </a:ln>
                <a:solidFill>
                  <a:srgbClr val="CAD1D3"/>
                </a:solidFill>
                <a:effectLst/>
                <a:uLnTx/>
                <a:uFillTx/>
                <a:latin typeface="Calibre"/>
                <a:ea typeface="+mn-ea"/>
                <a:cs typeface="+mn-cs"/>
              </a:rPr>
              <a:t>Salamat</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altLang="ja-JP" sz="1400" b="0" i="0" u="none" strike="noStrike" kern="1200" cap="none" spc="0" normalizeH="0" baseline="0" noProof="0">
                <a:ln>
                  <a:noFill/>
                </a:ln>
                <a:solidFill>
                  <a:srgbClr val="CAD1D3"/>
                </a:solidFill>
                <a:effectLst/>
                <a:uLnTx/>
                <a:uFillTx/>
                <a:latin typeface="Calibre"/>
                <a:ea typeface="+mn-ea"/>
                <a:cs typeface="+mn-cs"/>
              </a:rPr>
              <a:t>Asante</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sz="1300" b="0" i="0" u="none" strike="noStrike" kern="1200" cap="none" spc="0" normalizeH="0" baseline="0" noProof="0">
                <a:ln>
                  <a:noFill/>
                </a:ln>
                <a:solidFill>
                  <a:srgbClr val="CAD1D3"/>
                </a:solidFill>
                <a:effectLst/>
                <a:uLnTx/>
                <a:uFillTx/>
                <a:latin typeface="Calibre"/>
                <a:ea typeface="+mn-ea"/>
                <a:cs typeface="+mn-cs"/>
              </a:rPr>
              <a:t>धन्यवाद</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altLang="ja-JP" sz="1400" b="0" i="0" u="none" strike="noStrike" kern="1200" cap="none" spc="0" normalizeH="0" baseline="0" noProof="0">
                <a:ln>
                  <a:noFill/>
                </a:ln>
                <a:solidFill>
                  <a:srgbClr val="CAD1D3"/>
                </a:solidFill>
                <a:effectLst/>
                <a:uLnTx/>
                <a:uFillTx/>
                <a:latin typeface="Calibre"/>
                <a:ea typeface="+mn-ea"/>
                <a:cs typeface="+mn-cs"/>
              </a:rPr>
              <a:t>Obrigado</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Tack</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ja-JP" altLang="en-US" sz="1400" b="0" i="0" u="none" strike="noStrike" kern="1200" cap="none" spc="0" normalizeH="0" baseline="0" noProof="0">
                <a:ln>
                  <a:noFill/>
                </a:ln>
                <a:solidFill>
                  <a:srgbClr val="CAD1D3"/>
                </a:solidFill>
                <a:effectLst/>
                <a:uLnTx/>
                <a:uFillTx/>
                <a:latin typeface="Calibre"/>
                <a:ea typeface="+mn-ea"/>
                <a:cs typeface="+mn-cs"/>
              </a:rPr>
              <a:t>謝謝</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O Se</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en-US" altLang="ja-JP" sz="1400" b="0" i="0" u="none" strike="noStrike" kern="1200" cap="none" spc="0" normalizeH="0" baseline="0" noProof="0">
                <a:ln>
                  <a:noFill/>
                </a:ln>
                <a:solidFill>
                  <a:srgbClr val="CAD1D3"/>
                </a:solidFill>
                <a:effectLst/>
                <a:uLnTx/>
                <a:uFillTx/>
                <a:latin typeface="Calibre"/>
                <a:ea typeface="+mn-ea"/>
                <a:cs typeface="+mn-cs"/>
              </a:rPr>
              <a:t>Спасибо</a:t>
            </a:r>
            <a:r>
              <a:rPr kumimoji="0" lang="en-US" sz="1150" b="0" i="0" u="none" strike="noStrike" kern="1200" cap="none" spc="150" normalizeH="0" baseline="0" noProof="0">
                <a:ln>
                  <a:noFill/>
                </a:ln>
                <a:solidFill>
                  <a:srgbClr val="CAD1D3"/>
                </a:solidFill>
                <a:effectLst/>
                <a:uLnTx/>
                <a:uFillTx/>
                <a:latin typeface="Calibre"/>
                <a:ea typeface="+mn-ea"/>
                <a:cs typeface="+mn-cs"/>
              </a:rPr>
              <a:t>   </a:t>
            </a:r>
            <a:r>
              <a:rPr kumimoji="0" lang="ko-KR" altLang="en-US" sz="1050" b="1" i="0" u="none" strike="noStrike" kern="1200" cap="none" spc="0" normalizeH="0" baseline="0" noProof="0">
                <a:ln>
                  <a:noFill/>
                </a:ln>
                <a:solidFill>
                  <a:srgbClr val="CAD1D3"/>
                </a:solidFill>
                <a:effectLst/>
                <a:uLnTx/>
                <a:uFillTx/>
                <a:latin typeface="Calibre"/>
                <a:ea typeface="+mn-ea"/>
                <a:cs typeface="+mn-cs"/>
              </a:rPr>
              <a:t>감사합니다</a:t>
            </a:r>
            <a:r>
              <a:rPr kumimoji="0" lang="en-US" sz="1050" b="0" i="0" u="none" strike="noStrike" kern="1200" cap="none" spc="0" normalizeH="0" baseline="0" noProof="0">
                <a:ln>
                  <a:noFill/>
                </a:ln>
                <a:solidFill>
                  <a:srgbClr val="CAD1D3"/>
                </a:solidFill>
                <a:effectLst/>
                <a:uLnTx/>
                <a:uFillTx/>
                <a:latin typeface="Calibre"/>
                <a:ea typeface="+mn-ea"/>
                <a:cs typeface="+mn-cs"/>
              </a:rPr>
              <a:t>   </a:t>
            </a:r>
            <a:br>
              <a:rPr kumimoji="0" lang="en-US" sz="1050" b="0" i="0" u="none" strike="noStrike" kern="1200" cap="none" spc="0" normalizeH="0" baseline="0" noProof="0">
                <a:ln>
                  <a:noFill/>
                </a:ln>
                <a:solidFill>
                  <a:srgbClr val="CAD1D3"/>
                </a:solidFill>
                <a:effectLst/>
                <a:uLnTx/>
                <a:uFillTx/>
                <a:latin typeface="Calibre"/>
                <a:ea typeface="+mn-ea"/>
                <a:cs typeface="+mn-cs"/>
              </a:rPr>
            </a:br>
            <a:r>
              <a:rPr kumimoji="0" lang="en-US" sz="1400" b="0" i="0" u="none" strike="noStrike" kern="1200" cap="none" spc="0" normalizeH="0" baseline="0" noProof="0">
                <a:ln>
                  <a:noFill/>
                </a:ln>
                <a:solidFill>
                  <a:srgbClr val="CAD1D3"/>
                </a:solidFill>
                <a:effectLst/>
                <a:uLnTx/>
                <a:uFillTx/>
                <a:latin typeface="Calibre"/>
                <a:ea typeface="+mn-ea"/>
                <a:cs typeface="+mn-cs"/>
              </a:rPr>
              <a:t>Bedankt</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Grazi</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100" b="0" i="0" u="none" strike="noStrike" kern="0" cap="none" spc="0" normalizeH="0" baseline="0" noProof="0">
                <a:ln>
                  <a:noFill/>
                </a:ln>
                <a:solidFill>
                  <a:srgbClr val="CAD1D3"/>
                </a:solidFill>
                <a:effectLst/>
                <a:uLnTx/>
                <a:uFillTx/>
                <a:latin typeface="Calibre"/>
                <a:ea typeface="+mn-ea"/>
                <a:cs typeface="+mn-cs"/>
              </a:rPr>
              <a:t> </a:t>
            </a:r>
            <a:r>
              <a:rPr kumimoji="0" lang="en-US" sz="1200" b="0" i="0" u="none" strike="noStrike" kern="0" cap="none" spc="0" normalizeH="0" baseline="0" noProof="0">
                <a:ln>
                  <a:noFill/>
                </a:ln>
                <a:solidFill>
                  <a:srgbClr val="CAD1D3"/>
                </a:solidFill>
                <a:effectLst/>
                <a:uLnTx/>
                <a:uFillTx/>
                <a:latin typeface="Calibre"/>
                <a:ea typeface="+mn-ea"/>
                <a:cs typeface="+mn-cs"/>
              </a:rPr>
              <a:t>ਧੰਨਵਾਦ</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Merci</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0" cap="none" spc="0" normalizeH="0" baseline="0" noProof="0">
                <a:ln>
                  <a:noFill/>
                </a:ln>
                <a:solidFill>
                  <a:srgbClr val="CAD1D3"/>
                </a:solidFill>
                <a:effectLst/>
                <a:uLnTx/>
                <a:uFillTx/>
                <a:latin typeface="Calibre"/>
                <a:ea typeface="+mn-ea"/>
                <a:cs typeface="+mn-cs"/>
              </a:rPr>
              <a:t>תודה</a:t>
            </a:r>
            <a:r>
              <a:rPr kumimoji="0" lang="en-US" sz="300" b="0" i="0" u="none" strike="noStrike" kern="0" cap="none" spc="0" normalizeH="0" baseline="0" noProof="0">
                <a:ln>
                  <a:noFill/>
                </a:ln>
                <a:solidFill>
                  <a:srgbClr val="CAD1D3"/>
                </a:solidFill>
                <a:effectLst/>
                <a:uLnTx/>
                <a:uFillTx/>
                <a:latin typeface="Calibre"/>
                <a:ea typeface="+mn-ea"/>
                <a:cs typeface="+mn-cs"/>
              </a:rPr>
              <a:t>.</a:t>
            </a:r>
            <a:r>
              <a:rPr kumimoji="0" lang="en-US" sz="1400" b="0" i="0" u="none" strike="noStrike" kern="1200" cap="none" spc="0" normalizeH="0" baseline="0" noProof="0">
                <a:ln>
                  <a:noFill/>
                </a:ln>
                <a:solidFill>
                  <a:srgbClr val="CAD1D3"/>
                </a:solidFill>
                <a:effectLst/>
                <a:uLnTx/>
                <a:uFillTx/>
                <a:latin typeface="Calibre"/>
                <a:ea typeface="+mn-ea"/>
                <a:cs typeface="+mn-cs"/>
              </a:rPr>
              <a:t>شکریہ</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003F2D"/>
                </a:solidFill>
                <a:effectLst/>
                <a:uLnTx/>
                <a:uFillTx/>
                <a:latin typeface="Calibre"/>
                <a:ea typeface="+mn-ea"/>
                <a:cs typeface="+mn-cs"/>
              </a:rPr>
              <a:t>.</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Teşekkürler</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Danke</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ja-JP" altLang="en-US" sz="1050" b="0" i="0" u="none" strike="noStrike" kern="1200" cap="none" spc="-350" normalizeH="0" baseline="0" noProof="0">
                <a:ln>
                  <a:noFill/>
                </a:ln>
                <a:solidFill>
                  <a:srgbClr val="CAD1D3"/>
                </a:solidFill>
                <a:effectLst/>
                <a:uLnTx/>
                <a:uFillTx/>
                <a:latin typeface="Calibre"/>
                <a:ea typeface="+mn-ea"/>
                <a:cs typeface="+mn-cs"/>
              </a:rPr>
              <a:t>ありがとう</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Dziękuję</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sz="1400" b="0" i="0" u="none" strike="noStrike" kern="1200" cap="none" spc="0" normalizeH="0" baseline="0" noProof="0">
                <a:ln>
                  <a:noFill/>
                </a:ln>
                <a:solidFill>
                  <a:srgbClr val="CAD1D3"/>
                </a:solidFill>
                <a:effectLst/>
                <a:uLnTx/>
                <a:uFillTx/>
                <a:latin typeface="Calibre"/>
                <a:ea typeface="+mn-ea"/>
                <a:cs typeface="+mn-cs"/>
              </a:rPr>
              <a:t>Terima Kasih</a:t>
            </a:r>
            <a:r>
              <a:rPr kumimoji="0" lang="en-US" sz="1100" b="0" i="0" u="none" strike="noStrike" kern="1200" cap="none" spc="0" normalizeH="0" baseline="0" noProof="0">
                <a:ln>
                  <a:noFill/>
                </a:ln>
                <a:solidFill>
                  <a:srgbClr val="CAD1D3"/>
                </a:solidFill>
                <a:effectLst/>
                <a:uLnTx/>
                <a:uFillTx/>
                <a:latin typeface="Calibre"/>
                <a:ea typeface="+mn-ea"/>
                <a:cs typeface="+mn-cs"/>
              </a:rPr>
              <a:t>   </a:t>
            </a:r>
            <a:r>
              <a:rPr kumimoji="0" lang="en-US" altLang="ja-JP" sz="1400" b="0" i="0" u="none" strike="noStrike" kern="1200" cap="none" spc="0" normalizeH="0" baseline="0" noProof="0">
                <a:ln>
                  <a:noFill/>
                </a:ln>
                <a:solidFill>
                  <a:srgbClr val="CAD1D3"/>
                </a:solidFill>
                <a:effectLst/>
                <a:uLnTx/>
                <a:uFillTx/>
                <a:latin typeface="Calibre"/>
                <a:ea typeface="+mn-ea"/>
                <a:cs typeface="+mn-cs"/>
              </a:rPr>
              <a:t>شكرا</a:t>
            </a:r>
            <a:br>
              <a:rPr kumimoji="0" lang="en-US" altLang="ja-JP" sz="1400" b="0" i="0" u="none" strike="noStrike" kern="1200" cap="none" spc="0" normalizeH="0" baseline="0" noProof="0">
                <a:ln>
                  <a:noFill/>
                </a:ln>
                <a:solidFill>
                  <a:srgbClr val="CAD1D3"/>
                </a:solidFill>
                <a:effectLst/>
                <a:uLnTx/>
                <a:uFillTx/>
                <a:latin typeface="Calibre"/>
                <a:ea typeface="+mn-ea"/>
                <a:cs typeface="+mn-cs"/>
              </a:rPr>
            </a:br>
            <a:endParaRPr kumimoji="0" lang="en-US" sz="1400" b="0" i="0" u="none" strike="noStrike" kern="1200" cap="none" spc="0" normalizeH="0" baseline="0" noProof="0">
              <a:ln>
                <a:noFill/>
              </a:ln>
              <a:solidFill>
                <a:srgbClr val="CAD1D3"/>
              </a:solidFill>
              <a:effectLst/>
              <a:uLnTx/>
              <a:uFillTx/>
              <a:latin typeface="Calibre"/>
              <a:ea typeface="+mn-ea"/>
              <a:cs typeface="+mn-cs"/>
            </a:endParaRPr>
          </a:p>
        </p:txBody>
      </p:sp>
      <p:sp>
        <p:nvSpPr>
          <p:cNvPr id="4" name="More Info Placeholder 1">
            <a:extLst>
              <a:ext uri="{FF2B5EF4-FFF2-40B4-BE49-F238E27FC236}">
                <a16:creationId xmlns:a16="http://schemas.microsoft.com/office/drawing/2014/main" id="{083A918D-EA52-448A-9AA7-7394513545E9}"/>
              </a:ext>
            </a:extLst>
          </p:cNvPr>
          <p:cNvSpPr>
            <a:spLocks noGrp="1"/>
          </p:cNvSpPr>
          <p:nvPr>
            <p:ph type="body" sz="quarter" idx="63" hasCustomPrompt="1"/>
          </p:nvPr>
        </p:nvSpPr>
        <p:spPr>
          <a:xfrm>
            <a:off x="508000" y="2854323"/>
            <a:ext cx="1436688" cy="525463"/>
          </a:xfrm>
        </p:spPr>
        <p:txBody>
          <a:bodyPr rIns="0" anchor="b" anchorCtr="0"/>
          <a:lstStyle>
            <a:lvl1pPr>
              <a:defRPr sz="1000" cap="all" baseline="0">
                <a:solidFill>
                  <a:schemeClr val="bg1"/>
                </a:solidFill>
                <a:latin typeface="+mn-lt"/>
              </a:defRPr>
            </a:lvl1pPr>
          </a:lstStyle>
          <a:p>
            <a:pPr lvl="0"/>
            <a:r>
              <a:rPr lang="en-US"/>
              <a:t>FOR MORE INFORMATION</a:t>
            </a:r>
          </a:p>
        </p:txBody>
      </p:sp>
      <p:sp>
        <p:nvSpPr>
          <p:cNvPr id="25" name="Contact Placeholder 1">
            <a:extLst>
              <a:ext uri="{FF2B5EF4-FFF2-40B4-BE49-F238E27FC236}">
                <a16:creationId xmlns:a16="http://schemas.microsoft.com/office/drawing/2014/main" id="{0C191A23-4DE5-4405-99C3-7A699AFE2FD7}"/>
              </a:ext>
            </a:extLst>
          </p:cNvPr>
          <p:cNvSpPr>
            <a:spLocks noGrp="1"/>
          </p:cNvSpPr>
          <p:nvPr>
            <p:ph sz="quarter" idx="56" hasCustomPrompt="1"/>
          </p:nvPr>
        </p:nvSpPr>
        <p:spPr>
          <a:xfrm>
            <a:off x="508635"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35" name="Contact Placeholder 2">
            <a:extLst>
              <a:ext uri="{FF2B5EF4-FFF2-40B4-BE49-F238E27FC236}">
                <a16:creationId xmlns:a16="http://schemas.microsoft.com/office/drawing/2014/main" id="{8E33D06A-D9FE-4408-8330-495873669A61}"/>
              </a:ext>
            </a:extLst>
          </p:cNvPr>
          <p:cNvSpPr>
            <a:spLocks noGrp="1"/>
          </p:cNvSpPr>
          <p:nvPr>
            <p:ph sz="quarter" idx="57" hasCustomPrompt="1"/>
          </p:nvPr>
        </p:nvSpPr>
        <p:spPr>
          <a:xfrm>
            <a:off x="2453322"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36" name="Contact Placeholder 3">
            <a:extLst>
              <a:ext uri="{FF2B5EF4-FFF2-40B4-BE49-F238E27FC236}">
                <a16:creationId xmlns:a16="http://schemas.microsoft.com/office/drawing/2014/main" id="{DF6CDF24-5470-4D40-9D03-854502243CFF}"/>
              </a:ext>
            </a:extLst>
          </p:cNvPr>
          <p:cNvSpPr>
            <a:spLocks noGrp="1"/>
          </p:cNvSpPr>
          <p:nvPr>
            <p:ph sz="quarter" idx="58" hasCustomPrompt="1"/>
          </p:nvPr>
        </p:nvSpPr>
        <p:spPr>
          <a:xfrm>
            <a:off x="4398009"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37" name="Contact Placeholder 4">
            <a:extLst>
              <a:ext uri="{FF2B5EF4-FFF2-40B4-BE49-F238E27FC236}">
                <a16:creationId xmlns:a16="http://schemas.microsoft.com/office/drawing/2014/main" id="{F55C5D1C-8953-4158-8D8E-9845958DB239}"/>
              </a:ext>
            </a:extLst>
          </p:cNvPr>
          <p:cNvSpPr>
            <a:spLocks noGrp="1"/>
          </p:cNvSpPr>
          <p:nvPr>
            <p:ph sz="quarter" idx="59" hasCustomPrompt="1"/>
          </p:nvPr>
        </p:nvSpPr>
        <p:spPr>
          <a:xfrm>
            <a:off x="6342696"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38" name="Contact Placeholder 5">
            <a:extLst>
              <a:ext uri="{FF2B5EF4-FFF2-40B4-BE49-F238E27FC236}">
                <a16:creationId xmlns:a16="http://schemas.microsoft.com/office/drawing/2014/main" id="{A3545314-5741-4456-8F62-05AB8BF1AF5E}"/>
              </a:ext>
            </a:extLst>
          </p:cNvPr>
          <p:cNvSpPr>
            <a:spLocks noGrp="1"/>
          </p:cNvSpPr>
          <p:nvPr>
            <p:ph sz="quarter" idx="60" hasCustomPrompt="1"/>
          </p:nvPr>
        </p:nvSpPr>
        <p:spPr>
          <a:xfrm>
            <a:off x="8287383"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39" name="Contact Placeholder 6">
            <a:extLst>
              <a:ext uri="{FF2B5EF4-FFF2-40B4-BE49-F238E27FC236}">
                <a16:creationId xmlns:a16="http://schemas.microsoft.com/office/drawing/2014/main" id="{C040B7CF-3C08-46AD-95B1-D6C60D63B7FA}"/>
              </a:ext>
            </a:extLst>
          </p:cNvPr>
          <p:cNvSpPr>
            <a:spLocks noGrp="1"/>
          </p:cNvSpPr>
          <p:nvPr>
            <p:ph sz="quarter" idx="61" hasCustomPrompt="1"/>
          </p:nvPr>
        </p:nvSpPr>
        <p:spPr>
          <a:xfrm>
            <a:off x="10232072" y="3478214"/>
            <a:ext cx="1447165"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Last</a:t>
            </a:r>
          </a:p>
          <a:p>
            <a:pPr lvl="1"/>
            <a:r>
              <a:rPr lang="en-US"/>
              <a:t>Title &amp; Contact</a:t>
            </a:r>
          </a:p>
        </p:txBody>
      </p:sp>
      <p:sp>
        <p:nvSpPr>
          <p:cNvPr id="40" name="Mailing Placeholder 1">
            <a:extLst>
              <a:ext uri="{FF2B5EF4-FFF2-40B4-BE49-F238E27FC236}">
                <a16:creationId xmlns:a16="http://schemas.microsoft.com/office/drawing/2014/main" id="{EBB0830B-2703-4CC7-A57D-9B4164702B5F}"/>
              </a:ext>
            </a:extLst>
          </p:cNvPr>
          <p:cNvSpPr>
            <a:spLocks noGrp="1"/>
          </p:cNvSpPr>
          <p:nvPr>
            <p:ph sz="quarter" idx="62" hasCustomPrompt="1"/>
          </p:nvPr>
        </p:nvSpPr>
        <p:spPr>
          <a:xfrm>
            <a:off x="508635" y="4993178"/>
            <a:ext cx="11168062" cy="258271"/>
          </a:xfrm>
        </p:spPr>
        <p:txBody>
          <a:bodyPr rIns="0" anchor="b" anchorCtr="0"/>
          <a:lstStyle>
            <a:lvl1pPr>
              <a:spcBef>
                <a:spcPts val="0"/>
              </a:spcBef>
              <a:spcAft>
                <a:spcPts val="900"/>
              </a:spcAft>
              <a:defRPr sz="1000">
                <a:solidFill>
                  <a:schemeClr val="bg1"/>
                </a:solidFill>
                <a:latin typeface="+mn-lt"/>
              </a:defRPr>
            </a:lvl1pPr>
            <a:lvl2pPr>
              <a:spcBef>
                <a:spcPts val="100"/>
              </a:spcBef>
              <a:spcAft>
                <a:spcPts val="100"/>
              </a:spcAft>
              <a:defRPr sz="12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Mailing address </a:t>
            </a:r>
          </a:p>
        </p:txBody>
      </p:sp>
      <p:sp>
        <p:nvSpPr>
          <p:cNvPr id="28" name="CBRE Vector Logo" descr="CBRE logo">
            <a:extLst>
              <a:ext uri="{FF2B5EF4-FFF2-40B4-BE49-F238E27FC236}">
                <a16:creationId xmlns:a16="http://schemas.microsoft.com/office/drawing/2014/main" id="{9817F25B-C192-4B72-A245-CB7206E0A8A0}"/>
              </a:ext>
              <a:ext uri="{C183D7F6-B498-43B3-948B-1728B52AA6E4}">
                <adec:decorative xmlns:adec="http://schemas.microsoft.com/office/drawing/2017/decorative" val="0"/>
              </a:ext>
            </a:extLst>
          </p:cNvPr>
          <p:cNvSpPr>
            <a:spLocks noChangeAspect="1"/>
          </p:cNvSpPr>
          <p:nvPr userDrawn="1"/>
        </p:nvSpPr>
        <p:spPr>
          <a:xfrm>
            <a:off x="10755020" y="566230"/>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US"/>
          </a:p>
        </p:txBody>
      </p:sp>
      <p:sp>
        <p:nvSpPr>
          <p:cNvPr id="15" name="Disclaimer">
            <a:extLst>
              <a:ext uri="{FF2B5EF4-FFF2-40B4-BE49-F238E27FC236}">
                <a16:creationId xmlns:a16="http://schemas.microsoft.com/office/drawing/2014/main" id="{35BDE4BC-905D-4594-8B9D-E48E469F20CB}"/>
              </a:ext>
            </a:extLst>
          </p:cNvPr>
          <p:cNvSpPr>
            <a:spLocks noChangeArrowheads="1"/>
          </p:cNvSpPr>
          <p:nvPr userDrawn="1"/>
        </p:nvSpPr>
        <p:spPr bwMode="auto">
          <a:xfrm>
            <a:off x="511175" y="5876924"/>
            <a:ext cx="11168062" cy="625475"/>
          </a:xfrm>
          <a:prstGeom prst="rect">
            <a:avLst/>
          </a:prstGeom>
          <a:noFill/>
          <a:ln w="9525">
            <a:noFill/>
            <a:miter lim="800000"/>
            <a:headEnd/>
            <a:tailEnd/>
          </a:ln>
          <a:effectLst/>
        </p:spPr>
        <p:txBody>
          <a:bodyPr lIns="0" tIns="0" rIns="0" bIns="0" anchor="b" anchorCtr="0"/>
          <a:lstStyle/>
          <a:p>
            <a:pPr marL="0" marR="0">
              <a:lnSpc>
                <a:spcPct val="110000"/>
              </a:lnSpc>
              <a:spcBef>
                <a:spcPts val="0"/>
              </a:spcBef>
              <a:spcAft>
                <a:spcPts val="0"/>
              </a:spcAft>
            </a:pPr>
            <a:r>
              <a:rPr lang="en-US" sz="70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t>CBRE ©</a:t>
            </a:r>
            <a:fld id="{D77E52D6-371A-4DA0-99B7-8419BE382AC7}" type="datetimeyyyy">
              <a:rPr lang="en-US" sz="700" smtClean="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t>2026</a:t>
            </a:fld>
            <a:r>
              <a:rPr lang="en-US" sz="70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t> All Rights Reserved. All information included in this proposal pertaining to CBRE—including but not limited to its operations, employees, technology and clients—are proprietary and confidential, and are supplied with the understanding that they will be held in confidence and not disclosed to third parties without the prior written consent of CBRE. This letter/proposal is intended solely as a preliminary expression of general intentions and is to be used for discussion purposes only. The parties intend that neither shall have any contractual obligations to the other with respect to the matters referred herein unless and until a definitive agreement has been fully executed and delivered by the parties. The parties agree that this letter/proposal is not intended to create any agreement or obligation by either party to negotiate a definitive lease/purchase and sale agreement and imposes no duty whatsoever on either party to continue negotiations, including without limitation any obligation to negotiate in good faith or in any way other than at arm’s length. Prior to delivery of a definitive executed agreement, and without any liability to the other party, either party may (1) propose different terms from those summarized herein, (2) enter into negotiations with other parties and/or (3) unilaterally terminate all negotiations with the other party hereto. CBRE and the CBRE logo are service marks of CBRE, Inc. All other marks displayed on this document are the property of their respective owners, and the use of such logos does not imply any affiliation with or endorsement of CBRE.</a:t>
            </a:r>
          </a:p>
        </p:txBody>
      </p:sp>
    </p:spTree>
    <p:extLst>
      <p:ext uri="{BB962C8B-B14F-4D97-AF65-F5344CB8AC3E}">
        <p14:creationId xmlns:p14="http://schemas.microsoft.com/office/powerpoint/2010/main" val="242790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250"/>
                                        <p:tgtEl>
                                          <p:spTgt spid="27"/>
                                        </p:tgtEl>
                                        <p:attrNameLst>
                                          <p:attrName>ppt_x</p:attrName>
                                        </p:attrNameLst>
                                      </p:cBhvr>
                                      <p:tavLst>
                                        <p:tav tm="0">
                                          <p:val>
                                            <p:strVal val="#ppt_x-#ppt_w*1.125000"/>
                                          </p:val>
                                        </p:tav>
                                        <p:tav tm="100000">
                                          <p:val>
                                            <p:strVal val="#ppt_x"/>
                                          </p:val>
                                        </p:tav>
                                      </p:tavLst>
                                    </p:anim>
                                    <p:animEffect transition="in" filter="wipe(right)">
                                      <p:cBhvr>
                                        <p:cTn id="8" dur="1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Revised Grid" hidden="1">
            <a:extLst>
              <a:ext uri="{FF2B5EF4-FFF2-40B4-BE49-F238E27FC236}">
                <a16:creationId xmlns:a16="http://schemas.microsoft.com/office/drawing/2014/main" id="{40D5A349-09EA-47CD-92F0-BDB9254C6FC5}"/>
              </a:ext>
              <a:ext uri="{C183D7F6-B498-43B3-948B-1728B52AA6E4}">
                <adec:decorative xmlns:adec="http://schemas.microsoft.com/office/drawing/2017/decorative" val="1"/>
              </a:ext>
            </a:extLst>
          </p:cNvPr>
          <p:cNvGrpSpPr/>
          <p:nvPr userDrawn="1"/>
        </p:nvGrpSpPr>
        <p:grpSpPr>
          <a:xfrm>
            <a:off x="-2" y="0"/>
            <a:ext cx="12192002" cy="6858000"/>
            <a:chOff x="-2" y="0"/>
            <a:chExt cx="12192002" cy="6858000"/>
          </a:xfrm>
        </p:grpSpPr>
        <p:sp>
          <p:nvSpPr>
            <p:cNvPr id="128" name="Rectangle 127">
              <a:extLst>
                <a:ext uri="{FF2B5EF4-FFF2-40B4-BE49-F238E27FC236}">
                  <a16:creationId xmlns:a16="http://schemas.microsoft.com/office/drawing/2014/main" id="{7FD1F024-68D9-41EE-AE55-7A3797E8EB8F}"/>
                </a:ext>
              </a:extLst>
            </p:cNvPr>
            <p:cNvSpPr/>
            <p:nvPr userDrawn="1"/>
          </p:nvSpPr>
          <p:spPr>
            <a:xfrm>
              <a:off x="11782424" y="0"/>
              <a:ext cx="409576"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0" name="Rectangle 129">
              <a:extLst>
                <a:ext uri="{FF2B5EF4-FFF2-40B4-BE49-F238E27FC236}">
                  <a16:creationId xmlns:a16="http://schemas.microsoft.com/office/drawing/2014/main" id="{192A3B52-ED93-496C-BC02-3F1B37908847}"/>
                </a:ext>
              </a:extLst>
            </p:cNvPr>
            <p:cNvSpPr/>
            <p:nvPr userDrawn="1"/>
          </p:nvSpPr>
          <p:spPr>
            <a:xfrm>
              <a:off x="92041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1" name="Rectangle 130">
              <a:extLst>
                <a:ext uri="{FF2B5EF4-FFF2-40B4-BE49-F238E27FC236}">
                  <a16:creationId xmlns:a16="http://schemas.microsoft.com/office/drawing/2014/main" id="{E69B75DB-CF66-403F-A1C7-9FAFD772037E}"/>
                </a:ext>
              </a:extLst>
            </p:cNvPr>
            <p:cNvSpPr/>
            <p:nvPr userDrawn="1"/>
          </p:nvSpPr>
          <p:spPr>
            <a:xfrm>
              <a:off x="143286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2" name="Rectangle 131">
              <a:extLst>
                <a:ext uri="{FF2B5EF4-FFF2-40B4-BE49-F238E27FC236}">
                  <a16:creationId xmlns:a16="http://schemas.microsoft.com/office/drawing/2014/main" id="{5BC723CD-6EEB-4635-A055-D5E5E2F2E16C}"/>
                </a:ext>
              </a:extLst>
            </p:cNvPr>
            <p:cNvSpPr/>
            <p:nvPr userDrawn="1"/>
          </p:nvSpPr>
          <p:spPr>
            <a:xfrm>
              <a:off x="1945309"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3" name="Rectangle 132">
              <a:extLst>
                <a:ext uri="{FF2B5EF4-FFF2-40B4-BE49-F238E27FC236}">
                  <a16:creationId xmlns:a16="http://schemas.microsoft.com/office/drawing/2014/main" id="{41DD2B6A-F957-4D03-A677-40B7B9E0C501}"/>
                </a:ext>
              </a:extLst>
            </p:cNvPr>
            <p:cNvSpPr/>
            <p:nvPr userDrawn="1"/>
          </p:nvSpPr>
          <p:spPr>
            <a:xfrm>
              <a:off x="2457758"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4" name="Rectangle 133">
              <a:extLst>
                <a:ext uri="{FF2B5EF4-FFF2-40B4-BE49-F238E27FC236}">
                  <a16:creationId xmlns:a16="http://schemas.microsoft.com/office/drawing/2014/main" id="{E09D14ED-EC22-47DE-9CCF-B61DB9B2A518}"/>
                </a:ext>
              </a:extLst>
            </p:cNvPr>
            <p:cNvSpPr/>
            <p:nvPr userDrawn="1"/>
          </p:nvSpPr>
          <p:spPr>
            <a:xfrm>
              <a:off x="2970207"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5" name="Rectangle 134">
              <a:extLst>
                <a:ext uri="{FF2B5EF4-FFF2-40B4-BE49-F238E27FC236}">
                  <a16:creationId xmlns:a16="http://schemas.microsoft.com/office/drawing/2014/main" id="{9CC243E3-B536-42DB-A4D7-19C88EA31B5A}"/>
                </a:ext>
              </a:extLst>
            </p:cNvPr>
            <p:cNvSpPr/>
            <p:nvPr userDrawn="1"/>
          </p:nvSpPr>
          <p:spPr>
            <a:xfrm>
              <a:off x="3482656"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6" name="Rectangle 135">
              <a:extLst>
                <a:ext uri="{FF2B5EF4-FFF2-40B4-BE49-F238E27FC236}">
                  <a16:creationId xmlns:a16="http://schemas.microsoft.com/office/drawing/2014/main" id="{A57FF7C2-44AB-4FDE-A52E-68E4FBEB0AAD}"/>
                </a:ext>
              </a:extLst>
            </p:cNvPr>
            <p:cNvSpPr/>
            <p:nvPr userDrawn="1"/>
          </p:nvSpPr>
          <p:spPr>
            <a:xfrm>
              <a:off x="3995105"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7" name="Rectangle 136">
              <a:extLst>
                <a:ext uri="{FF2B5EF4-FFF2-40B4-BE49-F238E27FC236}">
                  <a16:creationId xmlns:a16="http://schemas.microsoft.com/office/drawing/2014/main" id="{CE9D51E0-83FA-44B9-A096-0BAABF3324BA}"/>
                </a:ext>
              </a:extLst>
            </p:cNvPr>
            <p:cNvSpPr/>
            <p:nvPr userDrawn="1"/>
          </p:nvSpPr>
          <p:spPr>
            <a:xfrm>
              <a:off x="4507554"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8" name="Rectangle 137">
              <a:extLst>
                <a:ext uri="{FF2B5EF4-FFF2-40B4-BE49-F238E27FC236}">
                  <a16:creationId xmlns:a16="http://schemas.microsoft.com/office/drawing/2014/main" id="{759A6952-75EA-4006-BFEE-A8D5EACBEB8E}"/>
                </a:ext>
              </a:extLst>
            </p:cNvPr>
            <p:cNvSpPr/>
            <p:nvPr userDrawn="1"/>
          </p:nvSpPr>
          <p:spPr>
            <a:xfrm>
              <a:off x="5020003"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39" name="Rectangle 138">
              <a:extLst>
                <a:ext uri="{FF2B5EF4-FFF2-40B4-BE49-F238E27FC236}">
                  <a16:creationId xmlns:a16="http://schemas.microsoft.com/office/drawing/2014/main" id="{96AADF5F-0499-449B-8747-88B8506BE02A}"/>
                </a:ext>
              </a:extLst>
            </p:cNvPr>
            <p:cNvSpPr/>
            <p:nvPr userDrawn="1"/>
          </p:nvSpPr>
          <p:spPr>
            <a:xfrm>
              <a:off x="553245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0" name="Rectangle 139">
              <a:extLst>
                <a:ext uri="{FF2B5EF4-FFF2-40B4-BE49-F238E27FC236}">
                  <a16:creationId xmlns:a16="http://schemas.microsoft.com/office/drawing/2014/main" id="{B9151978-45CD-461E-B011-A990B422E3A9}"/>
                </a:ext>
              </a:extLst>
            </p:cNvPr>
            <p:cNvSpPr/>
            <p:nvPr userDrawn="1"/>
          </p:nvSpPr>
          <p:spPr>
            <a:xfrm>
              <a:off x="604490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1" name="Rectangle 140">
              <a:extLst>
                <a:ext uri="{FF2B5EF4-FFF2-40B4-BE49-F238E27FC236}">
                  <a16:creationId xmlns:a16="http://schemas.microsoft.com/office/drawing/2014/main" id="{FAF5CEEA-4D46-48C2-99A8-5DFA12AC103D}"/>
                </a:ext>
              </a:extLst>
            </p:cNvPr>
            <p:cNvSpPr/>
            <p:nvPr userDrawn="1"/>
          </p:nvSpPr>
          <p:spPr>
            <a:xfrm>
              <a:off x="655735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2" name="Rectangle 141">
              <a:extLst>
                <a:ext uri="{FF2B5EF4-FFF2-40B4-BE49-F238E27FC236}">
                  <a16:creationId xmlns:a16="http://schemas.microsoft.com/office/drawing/2014/main" id="{A7B2740F-04C2-4A3D-927E-404F03E7595F}"/>
                </a:ext>
              </a:extLst>
            </p:cNvPr>
            <p:cNvSpPr/>
            <p:nvPr userDrawn="1"/>
          </p:nvSpPr>
          <p:spPr>
            <a:xfrm>
              <a:off x="7069799"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3" name="Rectangle 142">
              <a:extLst>
                <a:ext uri="{FF2B5EF4-FFF2-40B4-BE49-F238E27FC236}">
                  <a16:creationId xmlns:a16="http://schemas.microsoft.com/office/drawing/2014/main" id="{BCE2FC30-5ADB-4B87-A94C-B2DC8CD00050}"/>
                </a:ext>
              </a:extLst>
            </p:cNvPr>
            <p:cNvSpPr/>
            <p:nvPr userDrawn="1"/>
          </p:nvSpPr>
          <p:spPr>
            <a:xfrm>
              <a:off x="7582248"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4" name="Rectangle 143">
              <a:extLst>
                <a:ext uri="{FF2B5EF4-FFF2-40B4-BE49-F238E27FC236}">
                  <a16:creationId xmlns:a16="http://schemas.microsoft.com/office/drawing/2014/main" id="{88D366A8-5332-47E5-9DCF-8093A122ABD4}"/>
                </a:ext>
              </a:extLst>
            </p:cNvPr>
            <p:cNvSpPr/>
            <p:nvPr userDrawn="1"/>
          </p:nvSpPr>
          <p:spPr>
            <a:xfrm>
              <a:off x="8094697"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5" name="Rectangle 144">
              <a:extLst>
                <a:ext uri="{FF2B5EF4-FFF2-40B4-BE49-F238E27FC236}">
                  <a16:creationId xmlns:a16="http://schemas.microsoft.com/office/drawing/2014/main" id="{2B08E73A-2A02-4F1E-8D73-D04CE6F6D7C9}"/>
                </a:ext>
              </a:extLst>
            </p:cNvPr>
            <p:cNvSpPr/>
            <p:nvPr userDrawn="1"/>
          </p:nvSpPr>
          <p:spPr>
            <a:xfrm>
              <a:off x="8607146"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6" name="Rectangle 145">
              <a:extLst>
                <a:ext uri="{FF2B5EF4-FFF2-40B4-BE49-F238E27FC236}">
                  <a16:creationId xmlns:a16="http://schemas.microsoft.com/office/drawing/2014/main" id="{D460EBA2-54A5-4465-835F-A6B4BCF739B5}"/>
                </a:ext>
              </a:extLst>
            </p:cNvPr>
            <p:cNvSpPr/>
            <p:nvPr userDrawn="1"/>
          </p:nvSpPr>
          <p:spPr>
            <a:xfrm>
              <a:off x="9119595"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7" name="Rectangle 146">
              <a:extLst>
                <a:ext uri="{FF2B5EF4-FFF2-40B4-BE49-F238E27FC236}">
                  <a16:creationId xmlns:a16="http://schemas.microsoft.com/office/drawing/2014/main" id="{C80E8C01-E64E-4413-BAE2-91A570AD9574}"/>
                </a:ext>
              </a:extLst>
            </p:cNvPr>
            <p:cNvSpPr/>
            <p:nvPr userDrawn="1"/>
          </p:nvSpPr>
          <p:spPr>
            <a:xfrm>
              <a:off x="9632044"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8" name="Rectangle 147">
              <a:extLst>
                <a:ext uri="{FF2B5EF4-FFF2-40B4-BE49-F238E27FC236}">
                  <a16:creationId xmlns:a16="http://schemas.microsoft.com/office/drawing/2014/main" id="{4C781C87-E5B5-4699-9863-ED4EE1F62AD1}"/>
                </a:ext>
              </a:extLst>
            </p:cNvPr>
            <p:cNvSpPr/>
            <p:nvPr userDrawn="1"/>
          </p:nvSpPr>
          <p:spPr>
            <a:xfrm>
              <a:off x="10144493"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49" name="Rectangle 148">
              <a:extLst>
                <a:ext uri="{FF2B5EF4-FFF2-40B4-BE49-F238E27FC236}">
                  <a16:creationId xmlns:a16="http://schemas.microsoft.com/office/drawing/2014/main" id="{DCF1D9D4-8D5D-4D04-AE67-17DE2551E116}"/>
                </a:ext>
              </a:extLst>
            </p:cNvPr>
            <p:cNvSpPr/>
            <p:nvPr userDrawn="1"/>
          </p:nvSpPr>
          <p:spPr>
            <a:xfrm>
              <a:off x="1065694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0" name="Rectangle 149">
              <a:extLst>
                <a:ext uri="{FF2B5EF4-FFF2-40B4-BE49-F238E27FC236}">
                  <a16:creationId xmlns:a16="http://schemas.microsoft.com/office/drawing/2014/main" id="{20BFFB2E-577F-42EA-A727-7FC53BA957F0}"/>
                </a:ext>
              </a:extLst>
            </p:cNvPr>
            <p:cNvSpPr/>
            <p:nvPr userDrawn="1"/>
          </p:nvSpPr>
          <p:spPr>
            <a:xfrm>
              <a:off x="1116939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1" name="Rectangle 150">
              <a:extLst>
                <a:ext uri="{FF2B5EF4-FFF2-40B4-BE49-F238E27FC236}">
                  <a16:creationId xmlns:a16="http://schemas.microsoft.com/office/drawing/2014/main" id="{B10A0499-CCDC-4C98-962C-98F02BA63DBF}"/>
                </a:ext>
              </a:extLst>
            </p:cNvPr>
            <p:cNvSpPr/>
            <p:nvPr userDrawn="1"/>
          </p:nvSpPr>
          <p:spPr>
            <a:xfrm>
              <a:off x="1168184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2" name="Rectangle 1">
              <a:extLst>
                <a:ext uri="{FF2B5EF4-FFF2-40B4-BE49-F238E27FC236}">
                  <a16:creationId xmlns:a16="http://schemas.microsoft.com/office/drawing/2014/main" id="{1F2E5F9A-FAFC-4685-AB96-6D8CFFCC3A11}"/>
                </a:ext>
              </a:extLst>
            </p:cNvPr>
            <p:cNvSpPr/>
            <p:nvPr userDrawn="1"/>
          </p:nvSpPr>
          <p:spPr>
            <a:xfrm>
              <a:off x="-2" y="0"/>
              <a:ext cx="407964"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6" name="Rectangle 155">
              <a:extLst>
                <a:ext uri="{FF2B5EF4-FFF2-40B4-BE49-F238E27FC236}">
                  <a16:creationId xmlns:a16="http://schemas.microsoft.com/office/drawing/2014/main" id="{2C45F6DD-57AA-4B23-A232-BC495AF23A85}"/>
                </a:ext>
              </a:extLst>
            </p:cNvPr>
            <p:cNvSpPr/>
            <p:nvPr userDrawn="1"/>
          </p:nvSpPr>
          <p:spPr>
            <a:xfrm>
              <a:off x="-2" y="1499795"/>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7" name="Rectangle 156">
              <a:extLst>
                <a:ext uri="{FF2B5EF4-FFF2-40B4-BE49-F238E27FC236}">
                  <a16:creationId xmlns:a16="http://schemas.microsoft.com/office/drawing/2014/main" id="{B757AC7E-7339-48E4-8427-1FC7B3CF63C5}"/>
                </a:ext>
              </a:extLst>
            </p:cNvPr>
            <p:cNvSpPr/>
            <p:nvPr userDrawn="1"/>
          </p:nvSpPr>
          <p:spPr>
            <a:xfrm>
              <a:off x="-2" y="2126099"/>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8" name="Rectangle 157">
              <a:extLst>
                <a:ext uri="{FF2B5EF4-FFF2-40B4-BE49-F238E27FC236}">
                  <a16:creationId xmlns:a16="http://schemas.microsoft.com/office/drawing/2014/main" id="{405CC6FA-8976-4A8D-849E-AB90D510B847}"/>
                </a:ext>
              </a:extLst>
            </p:cNvPr>
            <p:cNvSpPr/>
            <p:nvPr userDrawn="1"/>
          </p:nvSpPr>
          <p:spPr>
            <a:xfrm>
              <a:off x="-2" y="2752403"/>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59" name="Rectangle 158">
              <a:extLst>
                <a:ext uri="{FF2B5EF4-FFF2-40B4-BE49-F238E27FC236}">
                  <a16:creationId xmlns:a16="http://schemas.microsoft.com/office/drawing/2014/main" id="{5A90981E-485F-4B9A-8192-7F577B4132FC}"/>
                </a:ext>
              </a:extLst>
            </p:cNvPr>
            <p:cNvSpPr/>
            <p:nvPr userDrawn="1"/>
          </p:nvSpPr>
          <p:spPr>
            <a:xfrm>
              <a:off x="-2" y="3378707"/>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60" name="Rectangle 159">
              <a:extLst>
                <a:ext uri="{FF2B5EF4-FFF2-40B4-BE49-F238E27FC236}">
                  <a16:creationId xmlns:a16="http://schemas.microsoft.com/office/drawing/2014/main" id="{A919F441-23FA-4B71-86D4-78CA1BBCA16E}"/>
                </a:ext>
              </a:extLst>
            </p:cNvPr>
            <p:cNvSpPr/>
            <p:nvPr userDrawn="1"/>
          </p:nvSpPr>
          <p:spPr>
            <a:xfrm>
              <a:off x="-2" y="4005011"/>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61" name="Rectangle 160">
              <a:extLst>
                <a:ext uri="{FF2B5EF4-FFF2-40B4-BE49-F238E27FC236}">
                  <a16:creationId xmlns:a16="http://schemas.microsoft.com/office/drawing/2014/main" id="{FC93837A-3379-45BD-A289-BBB7E078CB90}"/>
                </a:ext>
              </a:extLst>
            </p:cNvPr>
            <p:cNvSpPr/>
            <p:nvPr userDrawn="1"/>
          </p:nvSpPr>
          <p:spPr>
            <a:xfrm>
              <a:off x="-2" y="4631315"/>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66" name="Rectangle 165">
              <a:extLst>
                <a:ext uri="{FF2B5EF4-FFF2-40B4-BE49-F238E27FC236}">
                  <a16:creationId xmlns:a16="http://schemas.microsoft.com/office/drawing/2014/main" id="{44F5F903-BB9D-43EB-A5D0-12CF0F1AE1B5}"/>
                </a:ext>
              </a:extLst>
            </p:cNvPr>
            <p:cNvSpPr/>
            <p:nvPr userDrawn="1"/>
          </p:nvSpPr>
          <p:spPr>
            <a:xfrm>
              <a:off x="-2" y="5257619"/>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70" name="Rectangle 169">
              <a:extLst>
                <a:ext uri="{FF2B5EF4-FFF2-40B4-BE49-F238E27FC236}">
                  <a16:creationId xmlns:a16="http://schemas.microsoft.com/office/drawing/2014/main" id="{8A325BCE-C99F-4B84-91CA-F3643F4B1DE8}"/>
                </a:ext>
              </a:extLst>
            </p:cNvPr>
            <p:cNvSpPr/>
            <p:nvPr userDrawn="1"/>
          </p:nvSpPr>
          <p:spPr>
            <a:xfrm>
              <a:off x="-2" y="876300"/>
              <a:ext cx="407964" cy="97775"/>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72" name="Rectangle 171">
              <a:extLst>
                <a:ext uri="{FF2B5EF4-FFF2-40B4-BE49-F238E27FC236}">
                  <a16:creationId xmlns:a16="http://schemas.microsoft.com/office/drawing/2014/main" id="{F9DE1136-277D-40EC-8A26-E9B9345DF0F6}"/>
                </a:ext>
              </a:extLst>
            </p:cNvPr>
            <p:cNvSpPr/>
            <p:nvPr userDrawn="1"/>
          </p:nvSpPr>
          <p:spPr>
            <a:xfrm flipV="1">
              <a:off x="-2" y="6505575"/>
              <a:ext cx="407964"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75" name="Rectangle 174">
              <a:extLst>
                <a:ext uri="{FF2B5EF4-FFF2-40B4-BE49-F238E27FC236}">
                  <a16:creationId xmlns:a16="http://schemas.microsoft.com/office/drawing/2014/main" id="{AEFF5538-8C30-46ED-A7AE-32352DB97E32}"/>
                </a:ext>
              </a:extLst>
            </p:cNvPr>
            <p:cNvSpPr/>
            <p:nvPr userDrawn="1"/>
          </p:nvSpPr>
          <p:spPr>
            <a:xfrm flipV="1">
              <a:off x="-2" y="5883925"/>
              <a:ext cx="407964" cy="97775"/>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sp>
          <p:nvSpPr>
            <p:cNvPr id="187" name="Rectangle 186">
              <a:extLst>
                <a:ext uri="{FF2B5EF4-FFF2-40B4-BE49-F238E27FC236}">
                  <a16:creationId xmlns:a16="http://schemas.microsoft.com/office/drawing/2014/main" id="{E7387E6F-45D4-4A80-B30C-DAA65504A7D8}"/>
                </a:ext>
              </a:extLst>
            </p:cNvPr>
            <p:cNvSpPr/>
            <p:nvPr userDrawn="1"/>
          </p:nvSpPr>
          <p:spPr>
            <a:xfrm flipH="1">
              <a:off x="40796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lvl="0" algn="ctr">
                <a:spcAft>
                  <a:spcPts val="300"/>
                </a:spcAft>
              </a:pPr>
              <a:endParaRPr lang="en-US">
                <a:solidFill>
                  <a:schemeClr val="bg1"/>
                </a:solidFill>
              </a:endParaRPr>
            </a:p>
          </p:txBody>
        </p:sp>
        <p:sp>
          <p:nvSpPr>
            <p:cNvPr id="193" name="Rectangle 192">
              <a:extLst>
                <a:ext uri="{FF2B5EF4-FFF2-40B4-BE49-F238E27FC236}">
                  <a16:creationId xmlns:a16="http://schemas.microsoft.com/office/drawing/2014/main" id="{6B90070F-20C9-4260-8302-B2307941D71F}"/>
                </a:ext>
              </a:extLst>
            </p:cNvPr>
            <p:cNvSpPr/>
            <p:nvPr userDrawn="1"/>
          </p:nvSpPr>
          <p:spPr>
            <a:xfrm>
              <a:off x="-2" y="352425"/>
              <a:ext cx="411480" cy="100584"/>
            </a:xfrm>
            <a:prstGeom prst="rect">
              <a:avLst/>
            </a:prstGeom>
            <a:solidFill>
              <a:srgbClr val="D2785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200">
                <a:solidFill>
                  <a:schemeClr val="bg1"/>
                </a:solidFill>
              </a:endParaRPr>
            </a:p>
          </p:txBody>
        </p:sp>
        <p:sp>
          <p:nvSpPr>
            <p:cNvPr id="194" name="Rectangle 193">
              <a:extLst>
                <a:ext uri="{FF2B5EF4-FFF2-40B4-BE49-F238E27FC236}">
                  <a16:creationId xmlns:a16="http://schemas.microsoft.com/office/drawing/2014/main" id="{77977B84-E179-47CE-9642-3E31FE2F018A}"/>
                </a:ext>
              </a:extLst>
            </p:cNvPr>
            <p:cNvSpPr/>
            <p:nvPr userDrawn="1"/>
          </p:nvSpPr>
          <p:spPr>
            <a:xfrm flipV="1">
              <a:off x="-2" y="6404991"/>
              <a:ext cx="411480" cy="100584"/>
            </a:xfrm>
            <a:prstGeom prst="rect">
              <a:avLst/>
            </a:prstGeom>
            <a:solidFill>
              <a:srgbClr val="D2785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200">
                <a:solidFill>
                  <a:schemeClr val="bg1"/>
                </a:solidFill>
              </a:endParaRPr>
            </a:p>
          </p:txBody>
        </p:sp>
      </p:grpSp>
      <p:sp>
        <p:nvSpPr>
          <p:cNvPr id="7" name="Page Number">
            <a:extLst>
              <a:ext uri="{FF2B5EF4-FFF2-40B4-BE49-F238E27FC236}">
                <a16:creationId xmlns:a16="http://schemas.microsoft.com/office/drawing/2014/main" id="{E58E7509-6F56-4384-96C9-87A36BA2BC0F}"/>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US" sz="800" b="0" kern="1200" cap="none" baseline="0" smtClean="0">
                <a:solidFill>
                  <a:schemeClr val="tx1"/>
                </a:solidFill>
                <a:latin typeface="+mn-lt"/>
                <a:ea typeface="+mn-ea"/>
                <a:cs typeface="+mn-cs"/>
              </a:rPr>
              <a:pPr marL="0" algn="r" defTabSz="914400" rtl="0" eaLnBrk="1" latinLnBrk="0" hangingPunct="1"/>
              <a:t>‹#›</a:t>
            </a:fld>
            <a:endParaRPr lang="en-US" sz="800" b="0" kern="1200" cap="none" baseline="0">
              <a:solidFill>
                <a:schemeClr val="tx1"/>
              </a:solidFill>
              <a:latin typeface="+mn-lt"/>
              <a:ea typeface="+mn-ea"/>
              <a:cs typeface="+mn-cs"/>
            </a:endParaRPr>
          </a:p>
        </p:txBody>
      </p:sp>
      <p:sp>
        <p:nvSpPr>
          <p:cNvPr id="6" name="Copyright">
            <a:extLst>
              <a:ext uri="{FF2B5EF4-FFF2-40B4-BE49-F238E27FC236}">
                <a16:creationId xmlns:a16="http://schemas.microsoft.com/office/drawing/2014/main" id="{F635EDC6-6E44-4FEB-ADC2-DD75954004E7}"/>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US" sz="800" b="0" kern="1200" cap="none" baseline="0">
                <a:solidFill>
                  <a:schemeClr val="tx1"/>
                </a:solidFill>
                <a:latin typeface="+mn-lt"/>
                <a:ea typeface="+mn-ea"/>
                <a:cs typeface="+mn-cs"/>
              </a:rPr>
              <a:t>Confidential &amp; Proprietary | © </a:t>
            </a:r>
            <a:fld id="{B068ACA0-8C9F-4E58-A054-F52B2223E874}" type="datetimeyyyy">
              <a:rPr lang="en-US" sz="800" b="0" kern="1200" cap="none" baseline="0" smtClean="0">
                <a:solidFill>
                  <a:schemeClr val="tx1"/>
                </a:solidFill>
                <a:latin typeface="+mn-lt"/>
                <a:ea typeface="+mn-ea"/>
                <a:cs typeface="+mn-cs"/>
              </a:rPr>
              <a:t>2026</a:t>
            </a:fld>
            <a:r>
              <a:rPr lang="en-US" sz="800" b="0" kern="1200" cap="none" baseline="0">
                <a:solidFill>
                  <a:schemeClr val="tx1"/>
                </a:solidFill>
                <a:latin typeface="+mn-lt"/>
                <a:ea typeface="+mn-ea"/>
                <a:cs typeface="+mn-cs"/>
              </a:rPr>
              <a:t> CBRE, Inc.</a:t>
            </a:r>
          </a:p>
        </p:txBody>
      </p:sp>
      <p:sp>
        <p:nvSpPr>
          <p:cNvPr id="18" name="Text Placeholder 17">
            <a:extLst>
              <a:ext uri="{FF2B5EF4-FFF2-40B4-BE49-F238E27FC236}">
                <a16:creationId xmlns:a16="http://schemas.microsoft.com/office/drawing/2014/main" id="{2593EE55-8927-4040-B221-77F9998365E8}"/>
              </a:ext>
            </a:extLst>
          </p:cNvPr>
          <p:cNvSpPr>
            <a:spLocks noGrp="1"/>
          </p:cNvSpPr>
          <p:nvPr userDrawn="1">
            <p:ph type="body" idx="1"/>
          </p:nvPr>
        </p:nvSpPr>
        <p:spPr>
          <a:xfrm>
            <a:off x="3584575" y="1601788"/>
            <a:ext cx="3484562" cy="4275137"/>
          </a:xfrm>
          <a:prstGeom prst="rect">
            <a:avLst/>
          </a:prstGeom>
        </p:spPr>
        <p:txBody>
          <a:bodyPr vert="horz" lIns="0" tIns="0" rIns="72000" bIns="0" rtlCol="0">
            <a:noAutofit/>
          </a:bodyPr>
          <a:lstStyle/>
          <a:p>
            <a:pPr lvl="0"/>
            <a:r>
              <a:rPr lang="en-US"/>
              <a:t>Heading 1</a:t>
            </a:r>
          </a:p>
          <a:p>
            <a:pPr lvl="1"/>
            <a:r>
              <a:rPr lang="en-US"/>
              <a:t>Heading 2</a:t>
            </a:r>
          </a:p>
          <a:p>
            <a:pPr lvl="2"/>
            <a:r>
              <a:rPr lang="en-US"/>
              <a:t>Body Copy</a:t>
            </a:r>
          </a:p>
          <a:p>
            <a:pPr lvl="3"/>
            <a:r>
              <a:rPr lang="en-US"/>
              <a:t>Body Bullet</a:t>
            </a:r>
          </a:p>
          <a:p>
            <a:pPr lvl="4"/>
            <a:r>
              <a:rPr lang="en-US"/>
              <a:t>Body Bullet 2</a:t>
            </a:r>
          </a:p>
          <a:p>
            <a:pPr lvl="5"/>
            <a:r>
              <a:rPr lang="en-US"/>
              <a:t>Heading 3</a:t>
            </a:r>
          </a:p>
          <a:p>
            <a:pPr lvl="6"/>
            <a:r>
              <a:rPr lang="en-US"/>
              <a:t>Caption</a:t>
            </a:r>
          </a:p>
          <a:p>
            <a:pPr lvl="7"/>
            <a:r>
              <a:rPr lang="en-US"/>
              <a:t>Caption copy</a:t>
            </a:r>
          </a:p>
          <a:p>
            <a:pPr lvl="8"/>
            <a:r>
              <a:rPr lang="en-US"/>
              <a:t>Caption bullet</a:t>
            </a:r>
          </a:p>
        </p:txBody>
      </p:sp>
      <p:sp>
        <p:nvSpPr>
          <p:cNvPr id="14" name="Title Placeholder 13">
            <a:extLst>
              <a:ext uri="{FF2B5EF4-FFF2-40B4-BE49-F238E27FC236}">
                <a16:creationId xmlns:a16="http://schemas.microsoft.com/office/drawing/2014/main" id="{A9727837-E2B5-42C2-9C90-3857161612D6}"/>
              </a:ext>
            </a:extLst>
          </p:cNvPr>
          <p:cNvSpPr>
            <a:spLocks noGrp="1"/>
          </p:cNvSpPr>
          <p:nvPr userDrawn="1">
            <p:ph type="title"/>
          </p:nvPr>
        </p:nvSpPr>
        <p:spPr>
          <a:xfrm>
            <a:off x="511176" y="1601788"/>
            <a:ext cx="2971800" cy="1325563"/>
          </a:xfrm>
          <a:prstGeom prst="rect">
            <a:avLst/>
          </a:prstGeom>
        </p:spPr>
        <p:txBody>
          <a:bodyPr vert="horz" lIns="0" tIns="0" rIns="0" bIns="0" rtlCol="0" anchor="t">
            <a:noAutofit/>
          </a:bodyPr>
          <a:lstStyle/>
          <a:p>
            <a:r>
              <a:rPr lang="en-US"/>
              <a:t>Click to edit Master title style</a:t>
            </a:r>
          </a:p>
        </p:txBody>
      </p:sp>
      <p:grpSp>
        <p:nvGrpSpPr>
          <p:cNvPr id="3" name="3 RULERS">
            <a:extLst>
              <a:ext uri="{FF2B5EF4-FFF2-40B4-BE49-F238E27FC236}">
                <a16:creationId xmlns:a16="http://schemas.microsoft.com/office/drawing/2014/main" id="{58546772-EDD0-49D0-8555-CCCD409EC605}"/>
              </a:ext>
              <a:ext uri="{C183D7F6-B498-43B3-948B-1728B52AA6E4}">
                <adec:decorative xmlns:adec="http://schemas.microsoft.com/office/drawing/2017/decorative" val="1"/>
              </a:ext>
            </a:extLst>
          </p:cNvPr>
          <p:cNvGrpSpPr/>
          <p:nvPr userDrawn="1"/>
        </p:nvGrpSpPr>
        <p:grpSpPr>
          <a:xfrm>
            <a:off x="-1" y="-1101852"/>
            <a:ext cx="12700255" cy="8655870"/>
            <a:chOff x="-1" y="-1101852"/>
            <a:chExt cx="12700255" cy="8655870"/>
          </a:xfrm>
        </p:grpSpPr>
        <p:grpSp>
          <p:nvGrpSpPr>
            <p:cNvPr id="231" name="BOTTOM RULER">
              <a:extLst>
                <a:ext uri="{FF2B5EF4-FFF2-40B4-BE49-F238E27FC236}">
                  <a16:creationId xmlns:a16="http://schemas.microsoft.com/office/drawing/2014/main" id="{FF19BDBA-4DD0-4E84-A507-BE3A8B1A597A}"/>
                </a:ext>
              </a:extLst>
            </p:cNvPr>
            <p:cNvGrpSpPr/>
            <p:nvPr userDrawn="1"/>
          </p:nvGrpSpPr>
          <p:grpSpPr>
            <a:xfrm>
              <a:off x="0" y="6977946"/>
              <a:ext cx="12191991" cy="576072"/>
              <a:chOff x="0" y="6977946"/>
              <a:chExt cx="12191991" cy="576072"/>
            </a:xfrm>
          </p:grpSpPr>
          <p:sp>
            <p:nvSpPr>
              <p:cNvPr id="342" name="Rectangle 341">
                <a:extLst>
                  <a:ext uri="{FF2B5EF4-FFF2-40B4-BE49-F238E27FC236}">
                    <a16:creationId xmlns:a16="http://schemas.microsoft.com/office/drawing/2014/main" id="{EB93C678-614C-454B-9F72-5DC02AD9F826}"/>
                  </a:ext>
                </a:extLst>
              </p:cNvPr>
              <p:cNvSpPr/>
              <p:nvPr userDrawn="1"/>
            </p:nvSpPr>
            <p:spPr>
              <a:xfrm>
                <a:off x="0" y="6977946"/>
                <a:ext cx="12191991" cy="576072"/>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a:ln>
                    <a:noFill/>
                  </a:ln>
                  <a:solidFill>
                    <a:prstClr val="white"/>
                  </a:solidFill>
                  <a:effectLst/>
                  <a:uLnTx/>
                  <a:uFillTx/>
                  <a:latin typeface="Arial Narrow" panose="020B0606020202030204" pitchFamily="34" charset="0"/>
                  <a:ea typeface="+mn-ea"/>
                  <a:cs typeface="+mn-cs"/>
                </a:endParaRPr>
              </a:p>
            </p:txBody>
          </p:sp>
          <p:grpSp>
            <p:nvGrpSpPr>
              <p:cNvPr id="230" name="Group 229">
                <a:extLst>
                  <a:ext uri="{FF2B5EF4-FFF2-40B4-BE49-F238E27FC236}">
                    <a16:creationId xmlns:a16="http://schemas.microsoft.com/office/drawing/2014/main" id="{5F8DFE26-6034-49EF-BDB4-A1FC69A21E6A}"/>
                  </a:ext>
                </a:extLst>
              </p:cNvPr>
              <p:cNvGrpSpPr/>
              <p:nvPr userDrawn="1"/>
            </p:nvGrpSpPr>
            <p:grpSpPr>
              <a:xfrm>
                <a:off x="511175" y="7434126"/>
                <a:ext cx="11168063" cy="54864"/>
                <a:chOff x="511175" y="7434126"/>
                <a:chExt cx="11168063" cy="54864"/>
              </a:xfrm>
            </p:grpSpPr>
            <p:sp>
              <p:nvSpPr>
                <p:cNvPr id="360" name="Rectangle 359">
                  <a:extLst>
                    <a:ext uri="{FF2B5EF4-FFF2-40B4-BE49-F238E27FC236}">
                      <a16:creationId xmlns:a16="http://schemas.microsoft.com/office/drawing/2014/main" id="{D2924E4D-109A-4FF1-B165-149C0C8DB05E}"/>
                    </a:ext>
                  </a:extLst>
                </p:cNvPr>
                <p:cNvSpPr/>
                <p:nvPr userDrawn="1"/>
              </p:nvSpPr>
              <p:spPr>
                <a:xfrm>
                  <a:off x="511175" y="7434126"/>
                  <a:ext cx="5533467"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r>
                    <a:rPr lang="en-US" sz="1050">
                      <a:solidFill>
                        <a:srgbClr val="3E7CA6"/>
                      </a:solidFill>
                      <a:latin typeface="Calibre Medium" panose="020B0603030202060203" pitchFamily="34" charset="0"/>
                    </a:rPr>
                    <a:t>1/2 = 6.05” / 15.37 cm</a:t>
                  </a:r>
                </a:p>
              </p:txBody>
            </p:sp>
            <p:sp>
              <p:nvSpPr>
                <p:cNvPr id="361" name="Rectangle 360">
                  <a:extLst>
                    <a:ext uri="{FF2B5EF4-FFF2-40B4-BE49-F238E27FC236}">
                      <a16:creationId xmlns:a16="http://schemas.microsoft.com/office/drawing/2014/main" id="{E557CE4E-1758-4C80-95DC-F1BA07C7A284}"/>
                    </a:ext>
                  </a:extLst>
                </p:cNvPr>
                <p:cNvSpPr/>
                <p:nvPr userDrawn="1"/>
              </p:nvSpPr>
              <p:spPr>
                <a:xfrm>
                  <a:off x="6145771" y="7434126"/>
                  <a:ext cx="5533467"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US" sz="1050">
                    <a:solidFill>
                      <a:srgbClr val="3E7CA6"/>
                    </a:solidFill>
                    <a:latin typeface="Calibre Medium" panose="020B0603030202060203" pitchFamily="34" charset="0"/>
                  </a:endParaRPr>
                </a:p>
              </p:txBody>
            </p:sp>
          </p:grpSp>
          <p:grpSp>
            <p:nvGrpSpPr>
              <p:cNvPr id="229" name="Group 228">
                <a:extLst>
                  <a:ext uri="{FF2B5EF4-FFF2-40B4-BE49-F238E27FC236}">
                    <a16:creationId xmlns:a16="http://schemas.microsoft.com/office/drawing/2014/main" id="{F89F4776-A138-474F-A930-62CF2F72883E}"/>
                  </a:ext>
                </a:extLst>
              </p:cNvPr>
              <p:cNvGrpSpPr/>
              <p:nvPr userDrawn="1"/>
            </p:nvGrpSpPr>
            <p:grpSpPr>
              <a:xfrm>
                <a:off x="511175" y="7303742"/>
                <a:ext cx="10656888" cy="54864"/>
                <a:chOff x="511175" y="7303742"/>
                <a:chExt cx="10656888" cy="54864"/>
              </a:xfrm>
            </p:grpSpPr>
            <p:sp>
              <p:nvSpPr>
                <p:cNvPr id="357" name="Rectangle 356">
                  <a:extLst>
                    <a:ext uri="{FF2B5EF4-FFF2-40B4-BE49-F238E27FC236}">
                      <a16:creationId xmlns:a16="http://schemas.microsoft.com/office/drawing/2014/main" id="{6A6B30C3-B12A-45E8-818E-616322CE96A6}"/>
                    </a:ext>
                  </a:extLst>
                </p:cNvPr>
                <p:cNvSpPr/>
                <p:nvPr userDrawn="1"/>
              </p:nvSpPr>
              <p:spPr>
                <a:xfrm>
                  <a:off x="511175" y="7303742"/>
                  <a:ext cx="3484562"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r>
                    <a:rPr lang="en-US" sz="1050">
                      <a:solidFill>
                        <a:schemeClr val="tx1"/>
                      </a:solidFill>
                      <a:latin typeface="Calibre Medium" panose="020B0603030202060203" pitchFamily="34" charset="0"/>
                    </a:rPr>
                    <a:t>1/3 = 3.81” / 9.68 cm</a:t>
                  </a:r>
                </a:p>
              </p:txBody>
            </p:sp>
            <p:sp>
              <p:nvSpPr>
                <p:cNvPr id="358" name="Rectangle 357">
                  <a:extLst>
                    <a:ext uri="{FF2B5EF4-FFF2-40B4-BE49-F238E27FC236}">
                      <a16:creationId xmlns:a16="http://schemas.microsoft.com/office/drawing/2014/main" id="{9B8007E8-7732-435C-8A7E-4EF40E9FD16A}"/>
                    </a:ext>
                  </a:extLst>
                </p:cNvPr>
                <p:cNvSpPr/>
                <p:nvPr userDrawn="1"/>
              </p:nvSpPr>
              <p:spPr>
                <a:xfrm>
                  <a:off x="4097338" y="7303742"/>
                  <a:ext cx="3484562"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US" sz="1050">
                    <a:solidFill>
                      <a:schemeClr val="tx1"/>
                    </a:solidFill>
                    <a:latin typeface="Calibre Medium" panose="020B0603030202060203" pitchFamily="34" charset="0"/>
                  </a:endParaRPr>
                </a:p>
              </p:txBody>
            </p:sp>
            <p:sp>
              <p:nvSpPr>
                <p:cNvPr id="359" name="Rectangle 358">
                  <a:extLst>
                    <a:ext uri="{FF2B5EF4-FFF2-40B4-BE49-F238E27FC236}">
                      <a16:creationId xmlns:a16="http://schemas.microsoft.com/office/drawing/2014/main" id="{5DAE70A1-8DE5-4291-B7C8-395C41615B07}"/>
                    </a:ext>
                  </a:extLst>
                </p:cNvPr>
                <p:cNvSpPr/>
                <p:nvPr userDrawn="1"/>
              </p:nvSpPr>
              <p:spPr>
                <a:xfrm>
                  <a:off x="7683501" y="7303742"/>
                  <a:ext cx="3484562"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US" sz="1050">
                    <a:solidFill>
                      <a:schemeClr val="tx1"/>
                    </a:solidFill>
                    <a:latin typeface="Calibre Medium" panose="020B0603030202060203" pitchFamily="34" charset="0"/>
                  </a:endParaRPr>
                </a:p>
              </p:txBody>
            </p:sp>
          </p:grpSp>
          <p:grpSp>
            <p:nvGrpSpPr>
              <p:cNvPr id="228" name="Group 227">
                <a:extLst>
                  <a:ext uri="{FF2B5EF4-FFF2-40B4-BE49-F238E27FC236}">
                    <a16:creationId xmlns:a16="http://schemas.microsoft.com/office/drawing/2014/main" id="{DBCE480A-06A5-4217-BD84-B0A6F8EA0356}"/>
                  </a:ext>
                </a:extLst>
              </p:cNvPr>
              <p:cNvGrpSpPr/>
              <p:nvPr userDrawn="1"/>
            </p:nvGrpSpPr>
            <p:grpSpPr>
              <a:xfrm>
                <a:off x="511175" y="7173358"/>
                <a:ext cx="10145425" cy="54864"/>
                <a:chOff x="511175" y="7173358"/>
                <a:chExt cx="10145425" cy="54864"/>
              </a:xfrm>
            </p:grpSpPr>
            <p:sp>
              <p:nvSpPr>
                <p:cNvPr id="353" name="Rectangle 352">
                  <a:extLst>
                    <a:ext uri="{FF2B5EF4-FFF2-40B4-BE49-F238E27FC236}">
                      <a16:creationId xmlns:a16="http://schemas.microsoft.com/office/drawing/2014/main" id="{E14F47AB-9517-49F6-9BC1-943BAE70D7A0}"/>
                    </a:ext>
                  </a:extLst>
                </p:cNvPr>
                <p:cNvSpPr/>
                <p:nvPr userDrawn="1"/>
              </p:nvSpPr>
              <p:spPr>
                <a:xfrm>
                  <a:off x="511175"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r>
                    <a:rPr lang="en-US" sz="1050">
                      <a:solidFill>
                        <a:srgbClr val="885073"/>
                      </a:solidFill>
                      <a:latin typeface="Calibre Medium" panose="020B0603030202060203" pitchFamily="34" charset="0"/>
                    </a:rPr>
                    <a:t>1/4 = 2.69” / 6.83 cm</a:t>
                  </a:r>
                </a:p>
              </p:txBody>
            </p:sp>
            <p:sp>
              <p:nvSpPr>
                <p:cNvPr id="206" name="Rectangle 205">
                  <a:extLst>
                    <a:ext uri="{FF2B5EF4-FFF2-40B4-BE49-F238E27FC236}">
                      <a16:creationId xmlns:a16="http://schemas.microsoft.com/office/drawing/2014/main" id="{7BB9E822-17F5-4ACA-96AC-AD97EAAC3EB4}"/>
                    </a:ext>
                  </a:extLst>
                </p:cNvPr>
                <p:cNvSpPr/>
                <p:nvPr userDrawn="1"/>
              </p:nvSpPr>
              <p:spPr>
                <a:xfrm>
                  <a:off x="3073833"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US" sz="1050">
                    <a:solidFill>
                      <a:srgbClr val="885073"/>
                    </a:solidFill>
                    <a:latin typeface="Calibre Medium" panose="020B0603030202060203" pitchFamily="34" charset="0"/>
                  </a:endParaRPr>
                </a:p>
              </p:txBody>
            </p:sp>
            <p:sp>
              <p:nvSpPr>
                <p:cNvPr id="207" name="Rectangle 206">
                  <a:extLst>
                    <a:ext uri="{FF2B5EF4-FFF2-40B4-BE49-F238E27FC236}">
                      <a16:creationId xmlns:a16="http://schemas.microsoft.com/office/drawing/2014/main" id="{07942AB1-52C2-4422-9D39-D93776150E3B}"/>
                    </a:ext>
                  </a:extLst>
                </p:cNvPr>
                <p:cNvSpPr/>
                <p:nvPr userDrawn="1"/>
              </p:nvSpPr>
              <p:spPr>
                <a:xfrm>
                  <a:off x="5636491"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US" sz="1050">
                    <a:solidFill>
                      <a:srgbClr val="885073"/>
                    </a:solidFill>
                    <a:latin typeface="Calibre Medium" panose="020B0603030202060203" pitchFamily="34" charset="0"/>
                  </a:endParaRPr>
                </a:p>
              </p:txBody>
            </p:sp>
            <p:sp>
              <p:nvSpPr>
                <p:cNvPr id="208" name="Rectangle 207">
                  <a:extLst>
                    <a:ext uri="{FF2B5EF4-FFF2-40B4-BE49-F238E27FC236}">
                      <a16:creationId xmlns:a16="http://schemas.microsoft.com/office/drawing/2014/main" id="{A0D2AC96-C1E5-437B-BC76-60BD8BEBEB0E}"/>
                    </a:ext>
                  </a:extLst>
                </p:cNvPr>
                <p:cNvSpPr/>
                <p:nvPr userDrawn="1"/>
              </p:nvSpPr>
              <p:spPr>
                <a:xfrm>
                  <a:off x="8199150"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US" sz="1050">
                    <a:solidFill>
                      <a:srgbClr val="885073"/>
                    </a:solidFill>
                    <a:latin typeface="Calibre Medium" panose="020B0603030202060203" pitchFamily="34" charset="0"/>
                  </a:endParaRPr>
                </a:p>
              </p:txBody>
            </p:sp>
          </p:grpSp>
          <p:grpSp>
            <p:nvGrpSpPr>
              <p:cNvPr id="227" name="Group 226">
                <a:extLst>
                  <a:ext uri="{FF2B5EF4-FFF2-40B4-BE49-F238E27FC236}">
                    <a16:creationId xmlns:a16="http://schemas.microsoft.com/office/drawing/2014/main" id="{A75F7D3C-640F-4D99-A460-2CE3171CFCF6}"/>
                  </a:ext>
                </a:extLst>
              </p:cNvPr>
              <p:cNvGrpSpPr/>
              <p:nvPr userDrawn="1"/>
            </p:nvGrpSpPr>
            <p:grpSpPr>
              <a:xfrm>
                <a:off x="511173" y="7042974"/>
                <a:ext cx="10145715" cy="54864"/>
                <a:chOff x="511173" y="7042974"/>
                <a:chExt cx="10145715" cy="54864"/>
              </a:xfrm>
            </p:grpSpPr>
            <p:sp>
              <p:nvSpPr>
                <p:cNvPr id="348" name="Rectangle 347">
                  <a:extLst>
                    <a:ext uri="{FF2B5EF4-FFF2-40B4-BE49-F238E27FC236}">
                      <a16:creationId xmlns:a16="http://schemas.microsoft.com/office/drawing/2014/main" id="{6FD6198B-89D4-4599-9984-049000E8A992}"/>
                    </a:ext>
                  </a:extLst>
                </p:cNvPr>
                <p:cNvSpPr/>
                <p:nvPr userDrawn="1"/>
              </p:nvSpPr>
              <p:spPr>
                <a:xfrm>
                  <a:off x="511173"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r>
                    <a:rPr lang="en-US" sz="1050">
                      <a:solidFill>
                        <a:srgbClr val="D2785A"/>
                      </a:solidFill>
                      <a:latin typeface="Calibre Medium" panose="020B0603030202060203" pitchFamily="34" charset="0"/>
                    </a:rPr>
                    <a:t>1/5 = 2.13” / 5.41 cm</a:t>
                  </a:r>
                </a:p>
              </p:txBody>
            </p:sp>
            <p:sp>
              <p:nvSpPr>
                <p:cNvPr id="349" name="Rectangle 348">
                  <a:extLst>
                    <a:ext uri="{FF2B5EF4-FFF2-40B4-BE49-F238E27FC236}">
                      <a16:creationId xmlns:a16="http://schemas.microsoft.com/office/drawing/2014/main" id="{8496B313-A6A0-40A3-A49C-2CA437660C77}"/>
                    </a:ext>
                  </a:extLst>
                </p:cNvPr>
                <p:cNvSpPr/>
                <p:nvPr userDrawn="1"/>
              </p:nvSpPr>
              <p:spPr>
                <a:xfrm>
                  <a:off x="6659706"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US" sz="1050">
                    <a:solidFill>
                      <a:srgbClr val="D2785A"/>
                    </a:solidFill>
                    <a:latin typeface="Calibre Medium" panose="020B0603030202060203" pitchFamily="34" charset="0"/>
                  </a:endParaRPr>
                </a:p>
              </p:txBody>
            </p:sp>
            <p:sp>
              <p:nvSpPr>
                <p:cNvPr id="350" name="Rectangle 349">
                  <a:extLst>
                    <a:ext uri="{FF2B5EF4-FFF2-40B4-BE49-F238E27FC236}">
                      <a16:creationId xmlns:a16="http://schemas.microsoft.com/office/drawing/2014/main" id="{1833EDF0-6232-4468-AD67-BE4687B1AA78}"/>
                    </a:ext>
                  </a:extLst>
                </p:cNvPr>
                <p:cNvSpPr/>
                <p:nvPr userDrawn="1"/>
              </p:nvSpPr>
              <p:spPr>
                <a:xfrm>
                  <a:off x="2560684"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US" sz="1050">
                    <a:solidFill>
                      <a:srgbClr val="D2785A"/>
                    </a:solidFill>
                    <a:latin typeface="Calibre Medium" panose="020B0603030202060203" pitchFamily="34" charset="0"/>
                  </a:endParaRPr>
                </a:p>
              </p:txBody>
            </p:sp>
            <p:sp>
              <p:nvSpPr>
                <p:cNvPr id="351" name="Rectangle 350">
                  <a:extLst>
                    <a:ext uri="{FF2B5EF4-FFF2-40B4-BE49-F238E27FC236}">
                      <a16:creationId xmlns:a16="http://schemas.microsoft.com/office/drawing/2014/main" id="{A8BDB860-6409-4B19-A6F1-120487B17D9C}"/>
                    </a:ext>
                  </a:extLst>
                </p:cNvPr>
                <p:cNvSpPr/>
                <p:nvPr userDrawn="1"/>
              </p:nvSpPr>
              <p:spPr>
                <a:xfrm>
                  <a:off x="8709216"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US" sz="1050">
                    <a:solidFill>
                      <a:srgbClr val="D2785A"/>
                    </a:solidFill>
                    <a:latin typeface="Calibre Medium" panose="020B0603030202060203" pitchFamily="34" charset="0"/>
                  </a:endParaRPr>
                </a:p>
              </p:txBody>
            </p:sp>
            <p:sp>
              <p:nvSpPr>
                <p:cNvPr id="352" name="Rectangle 351">
                  <a:extLst>
                    <a:ext uri="{FF2B5EF4-FFF2-40B4-BE49-F238E27FC236}">
                      <a16:creationId xmlns:a16="http://schemas.microsoft.com/office/drawing/2014/main" id="{EE523920-DCCF-45C6-9746-E74EEDDAF20F}"/>
                    </a:ext>
                  </a:extLst>
                </p:cNvPr>
                <p:cNvSpPr/>
                <p:nvPr userDrawn="1"/>
              </p:nvSpPr>
              <p:spPr>
                <a:xfrm>
                  <a:off x="4610195"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US" sz="1050">
                    <a:solidFill>
                      <a:srgbClr val="D2785A"/>
                    </a:solidFill>
                    <a:latin typeface="Calibre Medium" panose="020B0603030202060203" pitchFamily="34" charset="0"/>
                  </a:endParaRPr>
                </a:p>
              </p:txBody>
            </p:sp>
          </p:grpSp>
        </p:grpSp>
        <p:grpSp>
          <p:nvGrpSpPr>
            <p:cNvPr id="29" name="TOP RULER">
              <a:extLst>
                <a:ext uri="{FF2B5EF4-FFF2-40B4-BE49-F238E27FC236}">
                  <a16:creationId xmlns:a16="http://schemas.microsoft.com/office/drawing/2014/main" id="{8BD4D7A9-39FE-42C7-B059-BE8635988A4A}"/>
                </a:ext>
              </a:extLst>
            </p:cNvPr>
            <p:cNvGrpSpPr/>
            <p:nvPr userDrawn="1"/>
          </p:nvGrpSpPr>
          <p:grpSpPr>
            <a:xfrm>
              <a:off x="-1" y="-1101852"/>
              <a:ext cx="12191991" cy="987552"/>
              <a:chOff x="-1" y="-1101852"/>
              <a:chExt cx="12191991" cy="987552"/>
            </a:xfrm>
          </p:grpSpPr>
          <p:sp>
            <p:nvSpPr>
              <p:cNvPr id="246" name="Rectangle 245">
                <a:extLst>
                  <a:ext uri="{FF2B5EF4-FFF2-40B4-BE49-F238E27FC236}">
                    <a16:creationId xmlns:a16="http://schemas.microsoft.com/office/drawing/2014/main" id="{32DF8F4B-DD37-4003-A5DE-0FF4E6E20B11}"/>
                  </a:ext>
                </a:extLst>
              </p:cNvPr>
              <p:cNvSpPr/>
              <p:nvPr userDrawn="1"/>
            </p:nvSpPr>
            <p:spPr>
              <a:xfrm>
                <a:off x="-1" y="-1101852"/>
                <a:ext cx="12191991" cy="987552"/>
              </a:xfrm>
              <a:prstGeom prst="rect">
                <a:avLst/>
              </a:prstGeom>
              <a:solidFill>
                <a:srgbClr val="FFFFFF">
                  <a:alpha val="30000"/>
                </a:srgbClr>
              </a:solidFill>
              <a:ln w="25400" cap="flat" cmpd="sng" algn="ctr">
                <a:noFill/>
                <a:prstDash val="solid"/>
              </a:ln>
              <a:effectLst/>
            </p:spPr>
            <p:txBody>
              <a:bodyPr lIns="91440" tIns="91440" rIns="0" bIns="0" rtlCol="0" anchor="t" anchorCtr="0"/>
              <a:lstStyle/>
              <a:p>
                <a:pPr marL="0" marR="0" lvl="0" indent="0" algn="l" defTabSz="871317"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7F8480"/>
                    </a:solidFill>
                    <a:effectLst/>
                    <a:uLnTx/>
                    <a:uFillTx/>
                    <a:latin typeface="+mn-lt"/>
                    <a:ea typeface="+mn-ea"/>
                    <a:cs typeface="+mn-cs"/>
                  </a:rPr>
                  <a:t>         Grid Guides Buddy</a:t>
                </a:r>
              </a:p>
            </p:txBody>
          </p:sp>
          <p:grpSp>
            <p:nvGrpSpPr>
              <p:cNvPr id="23" name="Group 22">
                <a:extLst>
                  <a:ext uri="{FF2B5EF4-FFF2-40B4-BE49-F238E27FC236}">
                    <a16:creationId xmlns:a16="http://schemas.microsoft.com/office/drawing/2014/main" id="{6B00D72A-38BA-42BC-8E4E-828AEE5A8077}"/>
                  </a:ext>
                </a:extLst>
              </p:cNvPr>
              <p:cNvGrpSpPr/>
              <p:nvPr userDrawn="1"/>
            </p:nvGrpSpPr>
            <p:grpSpPr>
              <a:xfrm>
                <a:off x="3583517" y="-376777"/>
                <a:ext cx="8097938" cy="54864"/>
                <a:chOff x="3583517" y="-376777"/>
                <a:chExt cx="8097938" cy="54864"/>
              </a:xfrm>
            </p:grpSpPr>
            <p:sp>
              <p:nvSpPr>
                <p:cNvPr id="278" name="Rectangle 277">
                  <a:extLst>
                    <a:ext uri="{FF2B5EF4-FFF2-40B4-BE49-F238E27FC236}">
                      <a16:creationId xmlns:a16="http://schemas.microsoft.com/office/drawing/2014/main" id="{ADA435D8-D804-4F8B-A584-E0A0C9B3B2ED}"/>
                    </a:ext>
                  </a:extLst>
                </p:cNvPr>
                <p:cNvSpPr/>
                <p:nvPr userDrawn="1"/>
              </p:nvSpPr>
              <p:spPr>
                <a:xfrm>
                  <a:off x="8195396"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10</a:t>
                  </a:r>
                </a:p>
              </p:txBody>
            </p:sp>
            <p:sp>
              <p:nvSpPr>
                <p:cNvPr id="279" name="Rectangle 278">
                  <a:extLst>
                    <a:ext uri="{FF2B5EF4-FFF2-40B4-BE49-F238E27FC236}">
                      <a16:creationId xmlns:a16="http://schemas.microsoft.com/office/drawing/2014/main" id="{F5285A6E-4679-48BB-8612-1728924AF23F}"/>
                    </a:ext>
                  </a:extLst>
                </p:cNvPr>
                <p:cNvSpPr/>
                <p:nvPr userDrawn="1"/>
              </p:nvSpPr>
              <p:spPr>
                <a:xfrm>
                  <a:off x="3583517"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a:t>
                  </a:r>
                </a:p>
              </p:txBody>
            </p:sp>
            <p:sp>
              <p:nvSpPr>
                <p:cNvPr id="280" name="Rectangle 279">
                  <a:extLst>
                    <a:ext uri="{FF2B5EF4-FFF2-40B4-BE49-F238E27FC236}">
                      <a16:creationId xmlns:a16="http://schemas.microsoft.com/office/drawing/2014/main" id="{7E5ABF4C-9718-4B21-B32A-77FDAC0518D0}"/>
                    </a:ext>
                  </a:extLst>
                </p:cNvPr>
                <p:cNvSpPr/>
                <p:nvPr userDrawn="1"/>
              </p:nvSpPr>
              <p:spPr>
                <a:xfrm>
                  <a:off x="4095948"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2</a:t>
                  </a:r>
                </a:p>
              </p:txBody>
            </p:sp>
            <p:sp>
              <p:nvSpPr>
                <p:cNvPr id="281" name="Rectangle 280">
                  <a:extLst>
                    <a:ext uri="{FF2B5EF4-FFF2-40B4-BE49-F238E27FC236}">
                      <a16:creationId xmlns:a16="http://schemas.microsoft.com/office/drawing/2014/main" id="{B01070ED-1823-4CEC-AECD-955650EFDF8C}"/>
                    </a:ext>
                  </a:extLst>
                </p:cNvPr>
                <p:cNvSpPr/>
                <p:nvPr userDrawn="1"/>
              </p:nvSpPr>
              <p:spPr>
                <a:xfrm>
                  <a:off x="4608379"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3</a:t>
                  </a:r>
                </a:p>
              </p:txBody>
            </p:sp>
            <p:sp>
              <p:nvSpPr>
                <p:cNvPr id="282" name="Rectangle 281">
                  <a:extLst>
                    <a:ext uri="{FF2B5EF4-FFF2-40B4-BE49-F238E27FC236}">
                      <a16:creationId xmlns:a16="http://schemas.microsoft.com/office/drawing/2014/main" id="{FC89D7D3-BAB0-4F27-A31E-336A4561CDC3}"/>
                    </a:ext>
                  </a:extLst>
                </p:cNvPr>
                <p:cNvSpPr/>
                <p:nvPr userDrawn="1"/>
              </p:nvSpPr>
              <p:spPr>
                <a:xfrm>
                  <a:off x="5120810"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4</a:t>
                  </a:r>
                </a:p>
              </p:txBody>
            </p:sp>
            <p:sp>
              <p:nvSpPr>
                <p:cNvPr id="283" name="Rectangle 282">
                  <a:extLst>
                    <a:ext uri="{FF2B5EF4-FFF2-40B4-BE49-F238E27FC236}">
                      <a16:creationId xmlns:a16="http://schemas.microsoft.com/office/drawing/2014/main" id="{B72DEB7D-A0A5-437C-B731-9A5FDCA3DE54}"/>
                    </a:ext>
                  </a:extLst>
                </p:cNvPr>
                <p:cNvSpPr/>
                <p:nvPr userDrawn="1"/>
              </p:nvSpPr>
              <p:spPr>
                <a:xfrm>
                  <a:off x="5633241"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5</a:t>
                  </a:r>
                </a:p>
              </p:txBody>
            </p:sp>
            <p:sp>
              <p:nvSpPr>
                <p:cNvPr id="284" name="Rectangle 283">
                  <a:extLst>
                    <a:ext uri="{FF2B5EF4-FFF2-40B4-BE49-F238E27FC236}">
                      <a16:creationId xmlns:a16="http://schemas.microsoft.com/office/drawing/2014/main" id="{BB960B0D-4A97-4800-BC63-540F5D150EB7}"/>
                    </a:ext>
                  </a:extLst>
                </p:cNvPr>
                <p:cNvSpPr/>
                <p:nvPr userDrawn="1"/>
              </p:nvSpPr>
              <p:spPr>
                <a:xfrm>
                  <a:off x="6145672"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6</a:t>
                  </a:r>
                </a:p>
              </p:txBody>
            </p:sp>
            <p:sp>
              <p:nvSpPr>
                <p:cNvPr id="285" name="Rectangle 284">
                  <a:extLst>
                    <a:ext uri="{FF2B5EF4-FFF2-40B4-BE49-F238E27FC236}">
                      <a16:creationId xmlns:a16="http://schemas.microsoft.com/office/drawing/2014/main" id="{151B8A5A-700D-4DE9-97A9-9C49958D8EBD}"/>
                    </a:ext>
                  </a:extLst>
                </p:cNvPr>
                <p:cNvSpPr/>
                <p:nvPr userDrawn="1"/>
              </p:nvSpPr>
              <p:spPr>
                <a:xfrm>
                  <a:off x="6658103"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7</a:t>
                  </a:r>
                </a:p>
              </p:txBody>
            </p:sp>
            <p:sp>
              <p:nvSpPr>
                <p:cNvPr id="286" name="Rectangle 285">
                  <a:extLst>
                    <a:ext uri="{FF2B5EF4-FFF2-40B4-BE49-F238E27FC236}">
                      <a16:creationId xmlns:a16="http://schemas.microsoft.com/office/drawing/2014/main" id="{69164588-6480-4CA2-B0D4-6D174943322D}"/>
                    </a:ext>
                  </a:extLst>
                </p:cNvPr>
                <p:cNvSpPr/>
                <p:nvPr userDrawn="1"/>
              </p:nvSpPr>
              <p:spPr>
                <a:xfrm>
                  <a:off x="7170534"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8</a:t>
                  </a:r>
                </a:p>
              </p:txBody>
            </p:sp>
            <p:sp>
              <p:nvSpPr>
                <p:cNvPr id="287" name="Rectangle 286">
                  <a:extLst>
                    <a:ext uri="{FF2B5EF4-FFF2-40B4-BE49-F238E27FC236}">
                      <a16:creationId xmlns:a16="http://schemas.microsoft.com/office/drawing/2014/main" id="{28E43284-01DB-4075-BEFB-93F491F96F7A}"/>
                    </a:ext>
                  </a:extLst>
                </p:cNvPr>
                <p:cNvSpPr/>
                <p:nvPr userDrawn="1"/>
              </p:nvSpPr>
              <p:spPr>
                <a:xfrm>
                  <a:off x="7682965"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9</a:t>
                  </a:r>
                </a:p>
              </p:txBody>
            </p:sp>
            <p:sp>
              <p:nvSpPr>
                <p:cNvPr id="288" name="Rectangle 287">
                  <a:extLst>
                    <a:ext uri="{FF2B5EF4-FFF2-40B4-BE49-F238E27FC236}">
                      <a16:creationId xmlns:a16="http://schemas.microsoft.com/office/drawing/2014/main" id="{70833765-6B6C-40D0-A181-0A745793C1E9}"/>
                    </a:ext>
                  </a:extLst>
                </p:cNvPr>
                <p:cNvSpPr/>
                <p:nvPr userDrawn="1"/>
              </p:nvSpPr>
              <p:spPr>
                <a:xfrm>
                  <a:off x="8707827"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11</a:t>
                  </a:r>
                </a:p>
              </p:txBody>
            </p:sp>
            <p:sp>
              <p:nvSpPr>
                <p:cNvPr id="289" name="Rectangle 288">
                  <a:extLst>
                    <a:ext uri="{FF2B5EF4-FFF2-40B4-BE49-F238E27FC236}">
                      <a16:creationId xmlns:a16="http://schemas.microsoft.com/office/drawing/2014/main" id="{881FF38E-48D6-4805-9204-A7819A68C08B}"/>
                    </a:ext>
                  </a:extLst>
                </p:cNvPr>
                <p:cNvSpPr/>
                <p:nvPr userDrawn="1"/>
              </p:nvSpPr>
              <p:spPr>
                <a:xfrm>
                  <a:off x="9220258"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12</a:t>
                  </a:r>
                </a:p>
              </p:txBody>
            </p:sp>
            <p:sp>
              <p:nvSpPr>
                <p:cNvPr id="290" name="Rectangle 289">
                  <a:extLst>
                    <a:ext uri="{FF2B5EF4-FFF2-40B4-BE49-F238E27FC236}">
                      <a16:creationId xmlns:a16="http://schemas.microsoft.com/office/drawing/2014/main" id="{D0386BD5-6BD5-42AB-89A8-3DFB72573258}"/>
                    </a:ext>
                  </a:extLst>
                </p:cNvPr>
                <p:cNvSpPr/>
                <p:nvPr userDrawn="1"/>
              </p:nvSpPr>
              <p:spPr>
                <a:xfrm>
                  <a:off x="9732689"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13</a:t>
                  </a:r>
                </a:p>
              </p:txBody>
            </p:sp>
            <p:sp>
              <p:nvSpPr>
                <p:cNvPr id="291" name="Rectangle 290">
                  <a:extLst>
                    <a:ext uri="{FF2B5EF4-FFF2-40B4-BE49-F238E27FC236}">
                      <a16:creationId xmlns:a16="http://schemas.microsoft.com/office/drawing/2014/main" id="{6DAEC0EB-4C3F-401A-9186-C7EC4523A7C1}"/>
                    </a:ext>
                  </a:extLst>
                </p:cNvPr>
                <p:cNvSpPr/>
                <p:nvPr userDrawn="1"/>
              </p:nvSpPr>
              <p:spPr>
                <a:xfrm>
                  <a:off x="10245120"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14</a:t>
                  </a:r>
                </a:p>
              </p:txBody>
            </p:sp>
            <p:sp>
              <p:nvSpPr>
                <p:cNvPr id="292" name="Rectangle 291">
                  <a:extLst>
                    <a:ext uri="{FF2B5EF4-FFF2-40B4-BE49-F238E27FC236}">
                      <a16:creationId xmlns:a16="http://schemas.microsoft.com/office/drawing/2014/main" id="{30B7EDE2-721A-4E9C-92A6-CED5F2413225}"/>
                    </a:ext>
                  </a:extLst>
                </p:cNvPr>
                <p:cNvSpPr/>
                <p:nvPr userDrawn="1"/>
              </p:nvSpPr>
              <p:spPr>
                <a:xfrm>
                  <a:off x="10757551"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15</a:t>
                  </a:r>
                </a:p>
              </p:txBody>
            </p:sp>
            <p:sp>
              <p:nvSpPr>
                <p:cNvPr id="293" name="Rectangle 292">
                  <a:extLst>
                    <a:ext uri="{FF2B5EF4-FFF2-40B4-BE49-F238E27FC236}">
                      <a16:creationId xmlns:a16="http://schemas.microsoft.com/office/drawing/2014/main" id="{1BD6F695-CA97-4593-98D3-AC6B2DC96C64}"/>
                    </a:ext>
                  </a:extLst>
                </p:cNvPr>
                <p:cNvSpPr/>
                <p:nvPr userDrawn="1"/>
              </p:nvSpPr>
              <p:spPr>
                <a:xfrm>
                  <a:off x="11269975"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012A2D"/>
                      </a:solidFill>
                    </a:rPr>
                    <a:t>16</a:t>
                  </a:r>
                </a:p>
              </p:txBody>
            </p:sp>
          </p:grpSp>
          <p:grpSp>
            <p:nvGrpSpPr>
              <p:cNvPr id="21" name="Group 20">
                <a:extLst>
                  <a:ext uri="{FF2B5EF4-FFF2-40B4-BE49-F238E27FC236}">
                    <a16:creationId xmlns:a16="http://schemas.microsoft.com/office/drawing/2014/main" id="{998B1682-5931-4FB0-A5FC-0CEE1E51C322}"/>
                  </a:ext>
                </a:extLst>
              </p:cNvPr>
              <p:cNvGrpSpPr/>
              <p:nvPr userDrawn="1"/>
            </p:nvGrpSpPr>
            <p:grpSpPr>
              <a:xfrm>
                <a:off x="508000" y="-246392"/>
                <a:ext cx="11173455" cy="54864"/>
                <a:chOff x="508000" y="-246392"/>
                <a:chExt cx="11173455" cy="54864"/>
              </a:xfrm>
            </p:grpSpPr>
            <p:sp>
              <p:nvSpPr>
                <p:cNvPr id="295" name="Rectangle 294">
                  <a:extLst>
                    <a:ext uri="{FF2B5EF4-FFF2-40B4-BE49-F238E27FC236}">
                      <a16:creationId xmlns:a16="http://schemas.microsoft.com/office/drawing/2014/main" id="{94AFA2F1-8ECF-4D7B-A5CC-BAB9D34EBF7F}"/>
                    </a:ext>
                  </a:extLst>
                </p:cNvPr>
                <p:cNvSpPr/>
                <p:nvPr userDrawn="1"/>
              </p:nvSpPr>
              <p:spPr>
                <a:xfrm>
                  <a:off x="1021362"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2</a:t>
                  </a:r>
                </a:p>
              </p:txBody>
            </p:sp>
            <p:sp>
              <p:nvSpPr>
                <p:cNvPr id="296" name="Rectangle 295">
                  <a:extLst>
                    <a:ext uri="{FF2B5EF4-FFF2-40B4-BE49-F238E27FC236}">
                      <a16:creationId xmlns:a16="http://schemas.microsoft.com/office/drawing/2014/main" id="{758377DB-C197-47E1-BA3C-2E8BF0F71319}"/>
                    </a:ext>
                  </a:extLst>
                </p:cNvPr>
                <p:cNvSpPr/>
                <p:nvPr userDrawn="1"/>
              </p:nvSpPr>
              <p:spPr>
                <a:xfrm>
                  <a:off x="1533793"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3</a:t>
                  </a:r>
                </a:p>
              </p:txBody>
            </p:sp>
            <p:sp>
              <p:nvSpPr>
                <p:cNvPr id="297" name="Rectangle 296">
                  <a:extLst>
                    <a:ext uri="{FF2B5EF4-FFF2-40B4-BE49-F238E27FC236}">
                      <a16:creationId xmlns:a16="http://schemas.microsoft.com/office/drawing/2014/main" id="{9C6F726C-23C0-43E0-A4CD-DFE86A91A3E5}"/>
                    </a:ext>
                  </a:extLst>
                </p:cNvPr>
                <p:cNvSpPr/>
                <p:nvPr userDrawn="1"/>
              </p:nvSpPr>
              <p:spPr>
                <a:xfrm>
                  <a:off x="2046224"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4</a:t>
                  </a:r>
                </a:p>
              </p:txBody>
            </p:sp>
            <p:sp>
              <p:nvSpPr>
                <p:cNvPr id="298" name="Rectangle 297">
                  <a:extLst>
                    <a:ext uri="{FF2B5EF4-FFF2-40B4-BE49-F238E27FC236}">
                      <a16:creationId xmlns:a16="http://schemas.microsoft.com/office/drawing/2014/main" id="{2335C0D6-5A55-427D-8EE7-15AE0C79E47B}"/>
                    </a:ext>
                  </a:extLst>
                </p:cNvPr>
                <p:cNvSpPr/>
                <p:nvPr userDrawn="1"/>
              </p:nvSpPr>
              <p:spPr>
                <a:xfrm>
                  <a:off x="255865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5</a:t>
                  </a:r>
                </a:p>
              </p:txBody>
            </p:sp>
            <p:sp>
              <p:nvSpPr>
                <p:cNvPr id="299" name="Rectangle 298">
                  <a:extLst>
                    <a:ext uri="{FF2B5EF4-FFF2-40B4-BE49-F238E27FC236}">
                      <a16:creationId xmlns:a16="http://schemas.microsoft.com/office/drawing/2014/main" id="{284077D1-0AB0-4599-96CC-2C734CD04036}"/>
                    </a:ext>
                  </a:extLst>
                </p:cNvPr>
                <p:cNvSpPr/>
                <p:nvPr userDrawn="1"/>
              </p:nvSpPr>
              <p:spPr>
                <a:xfrm>
                  <a:off x="3071086"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6</a:t>
                  </a:r>
                </a:p>
              </p:txBody>
            </p:sp>
            <p:sp>
              <p:nvSpPr>
                <p:cNvPr id="300" name="Rectangle 299">
                  <a:extLst>
                    <a:ext uri="{FF2B5EF4-FFF2-40B4-BE49-F238E27FC236}">
                      <a16:creationId xmlns:a16="http://schemas.microsoft.com/office/drawing/2014/main" id="{1FA7ED03-FADC-424F-A5BB-379AE2A592C9}"/>
                    </a:ext>
                  </a:extLst>
                </p:cNvPr>
                <p:cNvSpPr/>
                <p:nvPr userDrawn="1"/>
              </p:nvSpPr>
              <p:spPr>
                <a:xfrm>
                  <a:off x="3583517"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7</a:t>
                  </a:r>
                </a:p>
              </p:txBody>
            </p:sp>
            <p:sp>
              <p:nvSpPr>
                <p:cNvPr id="301" name="Rectangle 300">
                  <a:extLst>
                    <a:ext uri="{FF2B5EF4-FFF2-40B4-BE49-F238E27FC236}">
                      <a16:creationId xmlns:a16="http://schemas.microsoft.com/office/drawing/2014/main" id="{E3D83FFB-A6B2-470A-BA7B-49DCF99DEE34}"/>
                    </a:ext>
                  </a:extLst>
                </p:cNvPr>
                <p:cNvSpPr/>
                <p:nvPr userDrawn="1"/>
              </p:nvSpPr>
              <p:spPr>
                <a:xfrm>
                  <a:off x="4095948"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8</a:t>
                  </a:r>
                </a:p>
              </p:txBody>
            </p:sp>
            <p:sp>
              <p:nvSpPr>
                <p:cNvPr id="302" name="Rectangle 301">
                  <a:extLst>
                    <a:ext uri="{FF2B5EF4-FFF2-40B4-BE49-F238E27FC236}">
                      <a16:creationId xmlns:a16="http://schemas.microsoft.com/office/drawing/2014/main" id="{88A71EEF-F087-4E80-915C-4C14E7CD8193}"/>
                    </a:ext>
                  </a:extLst>
                </p:cNvPr>
                <p:cNvSpPr/>
                <p:nvPr userDrawn="1"/>
              </p:nvSpPr>
              <p:spPr>
                <a:xfrm>
                  <a:off x="4608379"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9</a:t>
                  </a:r>
                </a:p>
              </p:txBody>
            </p:sp>
            <p:sp>
              <p:nvSpPr>
                <p:cNvPr id="303" name="Rectangle 302">
                  <a:extLst>
                    <a:ext uri="{FF2B5EF4-FFF2-40B4-BE49-F238E27FC236}">
                      <a16:creationId xmlns:a16="http://schemas.microsoft.com/office/drawing/2014/main" id="{DC51AADC-D28B-4F98-8ED3-4BFE256DB8DD}"/>
                    </a:ext>
                  </a:extLst>
                </p:cNvPr>
                <p:cNvSpPr/>
                <p:nvPr userDrawn="1"/>
              </p:nvSpPr>
              <p:spPr>
                <a:xfrm>
                  <a:off x="5120810"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10</a:t>
                  </a:r>
                </a:p>
              </p:txBody>
            </p:sp>
            <p:sp>
              <p:nvSpPr>
                <p:cNvPr id="304" name="Rectangle 303">
                  <a:extLst>
                    <a:ext uri="{FF2B5EF4-FFF2-40B4-BE49-F238E27FC236}">
                      <a16:creationId xmlns:a16="http://schemas.microsoft.com/office/drawing/2014/main" id="{79FC5031-D6A2-4BF6-B780-AB5DC27415E4}"/>
                    </a:ext>
                  </a:extLst>
                </p:cNvPr>
                <p:cNvSpPr/>
                <p:nvPr userDrawn="1"/>
              </p:nvSpPr>
              <p:spPr>
                <a:xfrm>
                  <a:off x="5633241"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11</a:t>
                  </a:r>
                </a:p>
              </p:txBody>
            </p:sp>
            <p:sp>
              <p:nvSpPr>
                <p:cNvPr id="305" name="Rectangle 304">
                  <a:extLst>
                    <a:ext uri="{FF2B5EF4-FFF2-40B4-BE49-F238E27FC236}">
                      <a16:creationId xmlns:a16="http://schemas.microsoft.com/office/drawing/2014/main" id="{F972080C-5FAB-45DF-8F5A-1065D2E6F888}"/>
                    </a:ext>
                  </a:extLst>
                </p:cNvPr>
                <p:cNvSpPr/>
                <p:nvPr userDrawn="1"/>
              </p:nvSpPr>
              <p:spPr>
                <a:xfrm>
                  <a:off x="6145672"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12</a:t>
                  </a:r>
                </a:p>
              </p:txBody>
            </p:sp>
            <p:sp>
              <p:nvSpPr>
                <p:cNvPr id="306" name="Rectangle 305">
                  <a:extLst>
                    <a:ext uri="{FF2B5EF4-FFF2-40B4-BE49-F238E27FC236}">
                      <a16:creationId xmlns:a16="http://schemas.microsoft.com/office/drawing/2014/main" id="{720436A7-212A-4438-8207-9F9C93CE0A19}"/>
                    </a:ext>
                  </a:extLst>
                </p:cNvPr>
                <p:cNvSpPr/>
                <p:nvPr userDrawn="1"/>
              </p:nvSpPr>
              <p:spPr>
                <a:xfrm>
                  <a:off x="6658103"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13</a:t>
                  </a:r>
                </a:p>
              </p:txBody>
            </p:sp>
            <p:sp>
              <p:nvSpPr>
                <p:cNvPr id="307" name="Rectangle 306">
                  <a:extLst>
                    <a:ext uri="{FF2B5EF4-FFF2-40B4-BE49-F238E27FC236}">
                      <a16:creationId xmlns:a16="http://schemas.microsoft.com/office/drawing/2014/main" id="{0DCF4CEE-5AEF-4AE2-875E-B03710D6BC5A}"/>
                    </a:ext>
                  </a:extLst>
                </p:cNvPr>
                <p:cNvSpPr/>
                <p:nvPr userDrawn="1"/>
              </p:nvSpPr>
              <p:spPr>
                <a:xfrm>
                  <a:off x="7170534"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14</a:t>
                  </a:r>
                </a:p>
              </p:txBody>
            </p:sp>
            <p:sp>
              <p:nvSpPr>
                <p:cNvPr id="308" name="Rectangle 307">
                  <a:extLst>
                    <a:ext uri="{FF2B5EF4-FFF2-40B4-BE49-F238E27FC236}">
                      <a16:creationId xmlns:a16="http://schemas.microsoft.com/office/drawing/2014/main" id="{025C4A78-1484-43DA-8EFC-ADB3F7B5D6DC}"/>
                    </a:ext>
                  </a:extLst>
                </p:cNvPr>
                <p:cNvSpPr/>
                <p:nvPr userDrawn="1"/>
              </p:nvSpPr>
              <p:spPr>
                <a:xfrm>
                  <a:off x="768296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15</a:t>
                  </a:r>
                </a:p>
              </p:txBody>
            </p:sp>
            <p:sp>
              <p:nvSpPr>
                <p:cNvPr id="309" name="Rectangle 308">
                  <a:extLst>
                    <a:ext uri="{FF2B5EF4-FFF2-40B4-BE49-F238E27FC236}">
                      <a16:creationId xmlns:a16="http://schemas.microsoft.com/office/drawing/2014/main" id="{F6596002-5719-4FC2-8D4E-95ABEFE1F4FA}"/>
                    </a:ext>
                  </a:extLst>
                </p:cNvPr>
                <p:cNvSpPr/>
                <p:nvPr userDrawn="1"/>
              </p:nvSpPr>
              <p:spPr>
                <a:xfrm>
                  <a:off x="8195396"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16</a:t>
                  </a:r>
                </a:p>
              </p:txBody>
            </p:sp>
            <p:sp>
              <p:nvSpPr>
                <p:cNvPr id="310" name="Rectangle 309">
                  <a:extLst>
                    <a:ext uri="{FF2B5EF4-FFF2-40B4-BE49-F238E27FC236}">
                      <a16:creationId xmlns:a16="http://schemas.microsoft.com/office/drawing/2014/main" id="{8890C63D-E82D-4C2A-A4CC-3573905B10E1}"/>
                    </a:ext>
                  </a:extLst>
                </p:cNvPr>
                <p:cNvSpPr/>
                <p:nvPr userDrawn="1"/>
              </p:nvSpPr>
              <p:spPr>
                <a:xfrm>
                  <a:off x="8707827"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17</a:t>
                  </a:r>
                </a:p>
              </p:txBody>
            </p:sp>
            <p:sp>
              <p:nvSpPr>
                <p:cNvPr id="311" name="Rectangle 310">
                  <a:extLst>
                    <a:ext uri="{FF2B5EF4-FFF2-40B4-BE49-F238E27FC236}">
                      <a16:creationId xmlns:a16="http://schemas.microsoft.com/office/drawing/2014/main" id="{9807124F-5C92-46A0-8536-2B34AAB22014}"/>
                    </a:ext>
                  </a:extLst>
                </p:cNvPr>
                <p:cNvSpPr/>
                <p:nvPr userDrawn="1"/>
              </p:nvSpPr>
              <p:spPr>
                <a:xfrm>
                  <a:off x="9220258"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18</a:t>
                  </a:r>
                </a:p>
              </p:txBody>
            </p:sp>
            <p:sp>
              <p:nvSpPr>
                <p:cNvPr id="312" name="Rectangle 311">
                  <a:extLst>
                    <a:ext uri="{FF2B5EF4-FFF2-40B4-BE49-F238E27FC236}">
                      <a16:creationId xmlns:a16="http://schemas.microsoft.com/office/drawing/2014/main" id="{E27BAF92-3C64-4F08-BF93-A882641CC9C2}"/>
                    </a:ext>
                  </a:extLst>
                </p:cNvPr>
                <p:cNvSpPr/>
                <p:nvPr userDrawn="1"/>
              </p:nvSpPr>
              <p:spPr>
                <a:xfrm>
                  <a:off x="9732689"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19</a:t>
                  </a:r>
                </a:p>
              </p:txBody>
            </p:sp>
            <p:sp>
              <p:nvSpPr>
                <p:cNvPr id="313" name="Rectangle 312">
                  <a:extLst>
                    <a:ext uri="{FF2B5EF4-FFF2-40B4-BE49-F238E27FC236}">
                      <a16:creationId xmlns:a16="http://schemas.microsoft.com/office/drawing/2014/main" id="{2AC7B980-8862-4072-96CA-AF05F9FC2F19}"/>
                    </a:ext>
                  </a:extLst>
                </p:cNvPr>
                <p:cNvSpPr/>
                <p:nvPr userDrawn="1"/>
              </p:nvSpPr>
              <p:spPr>
                <a:xfrm>
                  <a:off x="10245120"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20</a:t>
                  </a:r>
                </a:p>
              </p:txBody>
            </p:sp>
            <p:sp>
              <p:nvSpPr>
                <p:cNvPr id="314" name="Rectangle 313">
                  <a:extLst>
                    <a:ext uri="{FF2B5EF4-FFF2-40B4-BE49-F238E27FC236}">
                      <a16:creationId xmlns:a16="http://schemas.microsoft.com/office/drawing/2014/main" id="{C8AB94F1-4524-4A4B-A773-1C0280C84D0E}"/>
                    </a:ext>
                  </a:extLst>
                </p:cNvPr>
                <p:cNvSpPr/>
                <p:nvPr userDrawn="1"/>
              </p:nvSpPr>
              <p:spPr>
                <a:xfrm>
                  <a:off x="10757551"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21</a:t>
                  </a:r>
                </a:p>
              </p:txBody>
            </p:sp>
            <p:sp>
              <p:nvSpPr>
                <p:cNvPr id="315" name="Rectangle 314">
                  <a:extLst>
                    <a:ext uri="{FF2B5EF4-FFF2-40B4-BE49-F238E27FC236}">
                      <a16:creationId xmlns:a16="http://schemas.microsoft.com/office/drawing/2014/main" id="{7983BE89-536B-4E53-B79D-7BD5D8588804}"/>
                    </a:ext>
                  </a:extLst>
                </p:cNvPr>
                <p:cNvSpPr/>
                <p:nvPr userDrawn="1"/>
              </p:nvSpPr>
              <p:spPr>
                <a:xfrm>
                  <a:off x="1126997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22</a:t>
                  </a:r>
                </a:p>
              </p:txBody>
            </p:sp>
            <p:sp>
              <p:nvSpPr>
                <p:cNvPr id="294" name="Rectangle 293">
                  <a:extLst>
                    <a:ext uri="{FF2B5EF4-FFF2-40B4-BE49-F238E27FC236}">
                      <a16:creationId xmlns:a16="http://schemas.microsoft.com/office/drawing/2014/main" id="{0C02EEC7-9937-44F4-812D-9704E54AD9A1}"/>
                    </a:ext>
                  </a:extLst>
                </p:cNvPr>
                <p:cNvSpPr/>
                <p:nvPr userDrawn="1"/>
              </p:nvSpPr>
              <p:spPr>
                <a:xfrm>
                  <a:off x="508000" y="-246392"/>
                  <a:ext cx="412411"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chemeClr val="tx1"/>
                      </a:solidFill>
                    </a:rPr>
                    <a:t>1</a:t>
                  </a:r>
                </a:p>
              </p:txBody>
            </p:sp>
          </p:grpSp>
          <p:grpSp>
            <p:nvGrpSpPr>
              <p:cNvPr id="22" name="Group 21">
                <a:extLst>
                  <a:ext uri="{FF2B5EF4-FFF2-40B4-BE49-F238E27FC236}">
                    <a16:creationId xmlns:a16="http://schemas.microsoft.com/office/drawing/2014/main" id="{F341F391-75EB-4B2D-A746-990C5CE75FC4}"/>
                  </a:ext>
                </a:extLst>
              </p:cNvPr>
              <p:cNvGrpSpPr/>
              <p:nvPr userDrawn="1"/>
            </p:nvGrpSpPr>
            <p:grpSpPr>
              <a:xfrm>
                <a:off x="508000" y="-376778"/>
                <a:ext cx="2974566" cy="54865"/>
                <a:chOff x="508000" y="-376778"/>
                <a:chExt cx="2974566" cy="54865"/>
              </a:xfrm>
            </p:grpSpPr>
            <p:sp>
              <p:nvSpPr>
                <p:cNvPr id="272" name="Rectangle 271">
                  <a:extLst>
                    <a:ext uri="{FF2B5EF4-FFF2-40B4-BE49-F238E27FC236}">
                      <a16:creationId xmlns:a16="http://schemas.microsoft.com/office/drawing/2014/main" id="{83F6563A-2026-4268-A1BE-5A7E6B5F6BA4}"/>
                    </a:ext>
                  </a:extLst>
                </p:cNvPr>
                <p:cNvSpPr/>
                <p:nvPr userDrawn="1"/>
              </p:nvSpPr>
              <p:spPr>
                <a:xfrm>
                  <a:off x="3071086"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-1</a:t>
                  </a:r>
                </a:p>
              </p:txBody>
            </p:sp>
            <p:sp>
              <p:nvSpPr>
                <p:cNvPr id="273" name="Rectangle 272">
                  <a:extLst>
                    <a:ext uri="{FF2B5EF4-FFF2-40B4-BE49-F238E27FC236}">
                      <a16:creationId xmlns:a16="http://schemas.microsoft.com/office/drawing/2014/main" id="{B3924D69-BA8A-4BDF-9AD9-ACD0FEECFF60}"/>
                    </a:ext>
                  </a:extLst>
                </p:cNvPr>
                <p:cNvSpPr/>
                <p:nvPr userDrawn="1"/>
              </p:nvSpPr>
              <p:spPr>
                <a:xfrm>
                  <a:off x="2558655"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-2</a:t>
                  </a:r>
                </a:p>
              </p:txBody>
            </p:sp>
            <p:sp>
              <p:nvSpPr>
                <p:cNvPr id="274" name="Rectangle 273">
                  <a:extLst>
                    <a:ext uri="{FF2B5EF4-FFF2-40B4-BE49-F238E27FC236}">
                      <a16:creationId xmlns:a16="http://schemas.microsoft.com/office/drawing/2014/main" id="{55CCBD03-5338-4A22-8610-A29918D09992}"/>
                    </a:ext>
                  </a:extLst>
                </p:cNvPr>
                <p:cNvSpPr/>
                <p:nvPr userDrawn="1"/>
              </p:nvSpPr>
              <p:spPr>
                <a:xfrm>
                  <a:off x="2046224"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-3</a:t>
                  </a:r>
                </a:p>
              </p:txBody>
            </p:sp>
            <p:sp>
              <p:nvSpPr>
                <p:cNvPr id="275" name="Rectangle 274">
                  <a:extLst>
                    <a:ext uri="{FF2B5EF4-FFF2-40B4-BE49-F238E27FC236}">
                      <a16:creationId xmlns:a16="http://schemas.microsoft.com/office/drawing/2014/main" id="{D6A91BE8-C62D-48DD-BEE7-B32CC19AAD76}"/>
                    </a:ext>
                  </a:extLst>
                </p:cNvPr>
                <p:cNvSpPr/>
                <p:nvPr userDrawn="1"/>
              </p:nvSpPr>
              <p:spPr>
                <a:xfrm>
                  <a:off x="1533793"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-4</a:t>
                  </a:r>
                </a:p>
              </p:txBody>
            </p:sp>
            <p:sp>
              <p:nvSpPr>
                <p:cNvPr id="276" name="Rectangle 275">
                  <a:extLst>
                    <a:ext uri="{FF2B5EF4-FFF2-40B4-BE49-F238E27FC236}">
                      <a16:creationId xmlns:a16="http://schemas.microsoft.com/office/drawing/2014/main" id="{70F553C4-17E2-454B-90A9-669C49287BAB}"/>
                    </a:ext>
                  </a:extLst>
                </p:cNvPr>
                <p:cNvSpPr/>
                <p:nvPr userDrawn="1"/>
              </p:nvSpPr>
              <p:spPr>
                <a:xfrm>
                  <a:off x="1021362"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-5</a:t>
                  </a:r>
                </a:p>
              </p:txBody>
            </p:sp>
            <p:sp>
              <p:nvSpPr>
                <p:cNvPr id="277" name="Rectangle 276">
                  <a:extLst>
                    <a:ext uri="{FF2B5EF4-FFF2-40B4-BE49-F238E27FC236}">
                      <a16:creationId xmlns:a16="http://schemas.microsoft.com/office/drawing/2014/main" id="{15E47176-FD6E-4FAF-8FBC-BC8146B973C9}"/>
                    </a:ext>
                  </a:extLst>
                </p:cNvPr>
                <p:cNvSpPr/>
                <p:nvPr userDrawn="1"/>
              </p:nvSpPr>
              <p:spPr>
                <a:xfrm>
                  <a:off x="508000" y="-376778"/>
                  <a:ext cx="412411"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US" sz="1200">
                      <a:solidFill>
                        <a:srgbClr val="AD2A2A"/>
                      </a:solidFill>
                    </a:rPr>
                    <a:t>-6</a:t>
                  </a:r>
                </a:p>
              </p:txBody>
            </p:sp>
          </p:grpSp>
          <p:grpSp>
            <p:nvGrpSpPr>
              <p:cNvPr id="28" name="Group 27">
                <a:extLst>
                  <a:ext uri="{FF2B5EF4-FFF2-40B4-BE49-F238E27FC236}">
                    <a16:creationId xmlns:a16="http://schemas.microsoft.com/office/drawing/2014/main" id="{6E06EE3E-4E33-4CDC-B61E-F06EA489D778}"/>
                  </a:ext>
                </a:extLst>
              </p:cNvPr>
              <p:cNvGrpSpPr/>
              <p:nvPr userDrawn="1"/>
            </p:nvGrpSpPr>
            <p:grpSpPr>
              <a:xfrm>
                <a:off x="3585961" y="-1028699"/>
                <a:ext cx="8094865" cy="446016"/>
                <a:chOff x="3585961" y="-1028699"/>
                <a:chExt cx="8094865" cy="446016"/>
              </a:xfrm>
            </p:grpSpPr>
            <p:grpSp>
              <p:nvGrpSpPr>
                <p:cNvPr id="27" name="Group 26">
                  <a:extLst>
                    <a:ext uri="{FF2B5EF4-FFF2-40B4-BE49-F238E27FC236}">
                      <a16:creationId xmlns:a16="http://schemas.microsoft.com/office/drawing/2014/main" id="{2919B1F3-E68E-4D6E-A1CC-0C36E3B5FC43}"/>
                    </a:ext>
                  </a:extLst>
                </p:cNvPr>
                <p:cNvGrpSpPr/>
                <p:nvPr userDrawn="1"/>
              </p:nvGrpSpPr>
              <p:grpSpPr>
                <a:xfrm>
                  <a:off x="3585961" y="-898315"/>
                  <a:ext cx="7577540" cy="54864"/>
                  <a:chOff x="3585961" y="-898315"/>
                  <a:chExt cx="7577540" cy="54864"/>
                </a:xfrm>
              </p:grpSpPr>
              <p:sp>
                <p:nvSpPr>
                  <p:cNvPr id="265" name="Rectangle 264">
                    <a:extLst>
                      <a:ext uri="{FF2B5EF4-FFF2-40B4-BE49-F238E27FC236}">
                        <a16:creationId xmlns:a16="http://schemas.microsoft.com/office/drawing/2014/main" id="{1CBD0867-787C-48B5-B61D-94524551D006}"/>
                      </a:ext>
                    </a:extLst>
                  </p:cNvPr>
                  <p:cNvSpPr/>
                  <p:nvPr userDrawn="1"/>
                </p:nvSpPr>
                <p:spPr>
                  <a:xfrm>
                    <a:off x="8704262" y="-898315"/>
                    <a:ext cx="2459239"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551176" tIns="0" rIns="0" bIns="0" rtlCol="0" anchor="ctr" anchorCtr="0"/>
                  <a:lstStyle/>
                  <a:p>
                    <a:pPr algn="l">
                      <a:spcAft>
                        <a:spcPts val="300"/>
                      </a:spcAft>
                    </a:pPr>
                    <a:endParaRPr lang="en-US" sz="1050">
                      <a:solidFill>
                        <a:srgbClr val="1F3765"/>
                      </a:solidFill>
                      <a:latin typeface="Calibre Medium" panose="020B0603030202060203" pitchFamily="34" charset="0"/>
                    </a:endParaRPr>
                  </a:p>
                </p:txBody>
              </p:sp>
              <p:sp>
                <p:nvSpPr>
                  <p:cNvPr id="266" name="Rectangle 265">
                    <a:extLst>
                      <a:ext uri="{FF2B5EF4-FFF2-40B4-BE49-F238E27FC236}">
                        <a16:creationId xmlns:a16="http://schemas.microsoft.com/office/drawing/2014/main" id="{AC410D49-41E8-4712-A471-4435FC053318}"/>
                      </a:ext>
                    </a:extLst>
                  </p:cNvPr>
                  <p:cNvSpPr/>
                  <p:nvPr userDrawn="1"/>
                </p:nvSpPr>
                <p:spPr>
                  <a:xfrm>
                    <a:off x="6143423" y="-898315"/>
                    <a:ext cx="2459239"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endParaRPr lang="en-US" sz="1050">
                      <a:solidFill>
                        <a:schemeClr val="tx1"/>
                      </a:solidFill>
                      <a:latin typeface="Calibre Medium" panose="020B0603030202060203" pitchFamily="34" charset="0"/>
                    </a:endParaRPr>
                  </a:p>
                </p:txBody>
              </p:sp>
              <p:sp>
                <p:nvSpPr>
                  <p:cNvPr id="267" name="Rectangle 266">
                    <a:extLst>
                      <a:ext uri="{FF2B5EF4-FFF2-40B4-BE49-F238E27FC236}">
                        <a16:creationId xmlns:a16="http://schemas.microsoft.com/office/drawing/2014/main" id="{FB9ECC68-F331-4D16-B1D2-4327EFA229AC}"/>
                      </a:ext>
                    </a:extLst>
                  </p:cNvPr>
                  <p:cNvSpPr/>
                  <p:nvPr userDrawn="1"/>
                </p:nvSpPr>
                <p:spPr>
                  <a:xfrm>
                    <a:off x="3585961" y="-898315"/>
                    <a:ext cx="2459239" cy="54864"/>
                  </a:xfrm>
                  <a:prstGeom prst="rect">
                    <a:avLst/>
                  </a:prstGeom>
                  <a:gradFill>
                    <a:gsLst>
                      <a:gs pos="20000">
                        <a:schemeClr val="tx1">
                          <a:alpha val="10000"/>
                        </a:schemeClr>
                      </a:gs>
                      <a:gs pos="62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r>
                      <a:rPr lang="en-US" sz="1050">
                        <a:solidFill>
                          <a:schemeClr val="tx1"/>
                        </a:solidFill>
                        <a:latin typeface="Calibre Medium" panose="020B0603030202060203" pitchFamily="34" charset="0"/>
                      </a:rPr>
                      <a:t>1/3 = 2.69” / 6.83 cm</a:t>
                    </a:r>
                  </a:p>
                </p:txBody>
              </p:sp>
            </p:grpSp>
            <p:grpSp>
              <p:nvGrpSpPr>
                <p:cNvPr id="26" name="Group 25">
                  <a:extLst>
                    <a:ext uri="{FF2B5EF4-FFF2-40B4-BE49-F238E27FC236}">
                      <a16:creationId xmlns:a16="http://schemas.microsoft.com/office/drawing/2014/main" id="{B7DB88B7-923D-4BB9-B420-91314D849558}"/>
                    </a:ext>
                  </a:extLst>
                </p:cNvPr>
                <p:cNvGrpSpPr/>
                <p:nvPr userDrawn="1"/>
              </p:nvGrpSpPr>
              <p:grpSpPr>
                <a:xfrm>
                  <a:off x="3585961" y="-767931"/>
                  <a:ext cx="8094865" cy="57309"/>
                  <a:chOff x="3585961" y="-767931"/>
                  <a:chExt cx="8094865" cy="57309"/>
                </a:xfrm>
              </p:grpSpPr>
              <p:sp>
                <p:nvSpPr>
                  <p:cNvPr id="261" name="Rectangle 260">
                    <a:extLst>
                      <a:ext uri="{FF2B5EF4-FFF2-40B4-BE49-F238E27FC236}">
                        <a16:creationId xmlns:a16="http://schemas.microsoft.com/office/drawing/2014/main" id="{9E0448FA-A654-4328-85C8-35268B555262}"/>
                      </a:ext>
                    </a:extLst>
                  </p:cNvPr>
                  <p:cNvSpPr/>
                  <p:nvPr userDrawn="1"/>
                </p:nvSpPr>
                <p:spPr>
                  <a:xfrm>
                    <a:off x="9734349" y="-767931"/>
                    <a:ext cx="1946477"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US" sz="1050">
                      <a:solidFill>
                        <a:srgbClr val="A388BF"/>
                      </a:solidFill>
                      <a:latin typeface="Calibre Medium" panose="020B0603030202060203" pitchFamily="34" charset="0"/>
                    </a:endParaRPr>
                  </a:p>
                </p:txBody>
              </p:sp>
              <p:sp>
                <p:nvSpPr>
                  <p:cNvPr id="262" name="Rectangle 261">
                    <a:extLst>
                      <a:ext uri="{FF2B5EF4-FFF2-40B4-BE49-F238E27FC236}">
                        <a16:creationId xmlns:a16="http://schemas.microsoft.com/office/drawing/2014/main" id="{A2B81102-49C6-4E2C-BCA6-3B91080FAAF7}"/>
                      </a:ext>
                    </a:extLst>
                  </p:cNvPr>
                  <p:cNvSpPr/>
                  <p:nvPr userDrawn="1"/>
                </p:nvSpPr>
                <p:spPr>
                  <a:xfrm>
                    <a:off x="7677111" y="-765486"/>
                    <a:ext cx="1946477"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endParaRPr lang="en-US" sz="1050">
                      <a:solidFill>
                        <a:srgbClr val="885073"/>
                      </a:solidFill>
                      <a:latin typeface="Calibre Medium" panose="020B0603030202060203" pitchFamily="34" charset="0"/>
                    </a:endParaRPr>
                  </a:p>
                </p:txBody>
              </p:sp>
              <p:sp>
                <p:nvSpPr>
                  <p:cNvPr id="263" name="Rectangle 262">
                    <a:extLst>
                      <a:ext uri="{FF2B5EF4-FFF2-40B4-BE49-F238E27FC236}">
                        <a16:creationId xmlns:a16="http://schemas.microsoft.com/office/drawing/2014/main" id="{C1B3F6A0-CF89-475F-898E-C3F507ECF16E}"/>
                      </a:ext>
                    </a:extLst>
                  </p:cNvPr>
                  <p:cNvSpPr/>
                  <p:nvPr userDrawn="1"/>
                </p:nvSpPr>
                <p:spPr>
                  <a:xfrm>
                    <a:off x="5635423" y="-767931"/>
                    <a:ext cx="1946477"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118872" rtlCol="0" anchor="b" anchorCtr="0"/>
                  <a:lstStyle/>
                  <a:p>
                    <a:pPr algn="l">
                      <a:spcAft>
                        <a:spcPts val="300"/>
                      </a:spcAft>
                    </a:pPr>
                    <a:endParaRPr lang="en-US" sz="1200">
                      <a:solidFill>
                        <a:srgbClr val="A388BF"/>
                      </a:solidFill>
                      <a:latin typeface="Calibre Medium" panose="020B0603030202060203" pitchFamily="34" charset="0"/>
                    </a:endParaRPr>
                  </a:p>
                </p:txBody>
              </p:sp>
              <p:sp>
                <p:nvSpPr>
                  <p:cNvPr id="264" name="Rectangle 263">
                    <a:extLst>
                      <a:ext uri="{FF2B5EF4-FFF2-40B4-BE49-F238E27FC236}">
                        <a16:creationId xmlns:a16="http://schemas.microsoft.com/office/drawing/2014/main" id="{E56CC609-DA60-4BC9-8468-0CEB52F54BAE}"/>
                      </a:ext>
                    </a:extLst>
                  </p:cNvPr>
                  <p:cNvSpPr/>
                  <p:nvPr userDrawn="1"/>
                </p:nvSpPr>
                <p:spPr>
                  <a:xfrm>
                    <a:off x="3585961" y="-767931"/>
                    <a:ext cx="1946477"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r>
                      <a:rPr lang="en-US" sz="1050">
                        <a:solidFill>
                          <a:srgbClr val="885073"/>
                        </a:solidFill>
                        <a:latin typeface="Calibre Medium" panose="020B0603030202060203" pitchFamily="34" charset="0"/>
                      </a:rPr>
                      <a:t>1/4 = 2.13” / 5.41 cm</a:t>
                    </a:r>
                  </a:p>
                </p:txBody>
              </p:sp>
            </p:grpSp>
            <p:grpSp>
              <p:nvGrpSpPr>
                <p:cNvPr id="25" name="Group 24">
                  <a:extLst>
                    <a:ext uri="{FF2B5EF4-FFF2-40B4-BE49-F238E27FC236}">
                      <a16:creationId xmlns:a16="http://schemas.microsoft.com/office/drawing/2014/main" id="{B360469F-D4FE-42FF-B45A-9BD5130FEC83}"/>
                    </a:ext>
                  </a:extLst>
                </p:cNvPr>
                <p:cNvGrpSpPr/>
                <p:nvPr userDrawn="1"/>
              </p:nvGrpSpPr>
              <p:grpSpPr>
                <a:xfrm>
                  <a:off x="3585961" y="-1028699"/>
                  <a:ext cx="8094865" cy="54864"/>
                  <a:chOff x="3585961" y="-1028699"/>
                  <a:chExt cx="8094865" cy="54864"/>
                </a:xfrm>
              </p:grpSpPr>
              <p:sp>
                <p:nvSpPr>
                  <p:cNvPr id="259" name="Rectangle 258">
                    <a:extLst>
                      <a:ext uri="{FF2B5EF4-FFF2-40B4-BE49-F238E27FC236}">
                        <a16:creationId xmlns:a16="http://schemas.microsoft.com/office/drawing/2014/main" id="{8727F83F-EFA4-41F6-BE98-3071F6D264E3}"/>
                      </a:ext>
                    </a:extLst>
                  </p:cNvPr>
                  <p:cNvSpPr/>
                  <p:nvPr userDrawn="1"/>
                </p:nvSpPr>
                <p:spPr>
                  <a:xfrm>
                    <a:off x="7684887" y="-1028699"/>
                    <a:ext cx="39959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4087368" tIns="0" rIns="0" bIns="0" rtlCol="0" anchor="ctr" anchorCtr="0"/>
                  <a:lstStyle/>
                  <a:p>
                    <a:pPr algn="l">
                      <a:spcAft>
                        <a:spcPts val="300"/>
                      </a:spcAft>
                    </a:pPr>
                    <a:endParaRPr lang="en-US" sz="1050">
                      <a:solidFill>
                        <a:srgbClr val="3E7CA6"/>
                      </a:solidFill>
                      <a:latin typeface="Calibre Medium" panose="020B0603030202060203" pitchFamily="34" charset="0"/>
                    </a:endParaRPr>
                  </a:p>
                </p:txBody>
              </p:sp>
              <p:sp>
                <p:nvSpPr>
                  <p:cNvPr id="260" name="Rectangle 259">
                    <a:extLst>
                      <a:ext uri="{FF2B5EF4-FFF2-40B4-BE49-F238E27FC236}">
                        <a16:creationId xmlns:a16="http://schemas.microsoft.com/office/drawing/2014/main" id="{6B61D736-B12C-4DFF-A69B-5D83D956F24B}"/>
                      </a:ext>
                    </a:extLst>
                  </p:cNvPr>
                  <p:cNvSpPr/>
                  <p:nvPr userDrawn="1"/>
                </p:nvSpPr>
                <p:spPr>
                  <a:xfrm>
                    <a:off x="3585961" y="-1028699"/>
                    <a:ext cx="39959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r>
                      <a:rPr lang="en-US" sz="1050">
                        <a:solidFill>
                          <a:srgbClr val="3E7CA6"/>
                        </a:solidFill>
                        <a:latin typeface="Calibre Medium" panose="020B0603030202060203" pitchFamily="34" charset="0"/>
                      </a:rPr>
                      <a:t>1/2 = 4.37” / 11.1 cm</a:t>
                    </a:r>
                  </a:p>
                </p:txBody>
              </p:sp>
            </p:grpSp>
            <p:grpSp>
              <p:nvGrpSpPr>
                <p:cNvPr id="24" name="Group 23">
                  <a:extLst>
                    <a:ext uri="{FF2B5EF4-FFF2-40B4-BE49-F238E27FC236}">
                      <a16:creationId xmlns:a16="http://schemas.microsoft.com/office/drawing/2014/main" id="{21195792-D57D-49E3-80D1-BE8C650F4646}"/>
                    </a:ext>
                  </a:extLst>
                </p:cNvPr>
                <p:cNvGrpSpPr/>
                <p:nvPr userDrawn="1"/>
              </p:nvGrpSpPr>
              <p:grpSpPr>
                <a:xfrm>
                  <a:off x="3585961" y="-637547"/>
                  <a:ext cx="7568015" cy="54864"/>
                  <a:chOff x="3585961" y="-637547"/>
                  <a:chExt cx="7568015" cy="54864"/>
                </a:xfrm>
              </p:grpSpPr>
              <p:sp>
                <p:nvSpPr>
                  <p:cNvPr id="254" name="Rectangle 253">
                    <a:extLst>
                      <a:ext uri="{FF2B5EF4-FFF2-40B4-BE49-F238E27FC236}">
                        <a16:creationId xmlns:a16="http://schemas.microsoft.com/office/drawing/2014/main" id="{B891FEF4-FBCD-4C79-965F-DE61B2D58C09}"/>
                      </a:ext>
                    </a:extLst>
                  </p:cNvPr>
                  <p:cNvSpPr/>
                  <p:nvPr userDrawn="1"/>
                </p:nvSpPr>
                <p:spPr>
                  <a:xfrm>
                    <a:off x="9718368"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endParaRPr lang="en-US" sz="1050">
                      <a:solidFill>
                        <a:srgbClr val="D2785A"/>
                      </a:solidFill>
                      <a:latin typeface="Calibre Medium" panose="020B0603030202060203" pitchFamily="34" charset="0"/>
                    </a:endParaRPr>
                  </a:p>
                </p:txBody>
              </p:sp>
              <p:sp>
                <p:nvSpPr>
                  <p:cNvPr id="255" name="Rectangle 254">
                    <a:extLst>
                      <a:ext uri="{FF2B5EF4-FFF2-40B4-BE49-F238E27FC236}">
                        <a16:creationId xmlns:a16="http://schemas.microsoft.com/office/drawing/2014/main" id="{ADA3F96D-6143-4AC3-B6AC-AFA3934766F0}"/>
                      </a:ext>
                    </a:extLst>
                  </p:cNvPr>
                  <p:cNvSpPr/>
                  <p:nvPr userDrawn="1"/>
                </p:nvSpPr>
                <p:spPr>
                  <a:xfrm>
                    <a:off x="6665498"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US" sz="1050">
                      <a:solidFill>
                        <a:srgbClr val="D2785A"/>
                      </a:solidFill>
                      <a:latin typeface="Calibre Medium" panose="020B0603030202060203" pitchFamily="34" charset="0"/>
                    </a:endParaRPr>
                  </a:p>
                </p:txBody>
              </p:sp>
              <p:sp>
                <p:nvSpPr>
                  <p:cNvPr id="256" name="Rectangle 255">
                    <a:extLst>
                      <a:ext uri="{FF2B5EF4-FFF2-40B4-BE49-F238E27FC236}">
                        <a16:creationId xmlns:a16="http://schemas.microsoft.com/office/drawing/2014/main" id="{E5322008-4D8B-47D1-964C-57254593355A}"/>
                      </a:ext>
                    </a:extLst>
                  </p:cNvPr>
                  <p:cNvSpPr/>
                  <p:nvPr userDrawn="1"/>
                </p:nvSpPr>
                <p:spPr>
                  <a:xfrm>
                    <a:off x="8209681"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US" sz="1050">
                      <a:solidFill>
                        <a:srgbClr val="D2785A"/>
                      </a:solidFill>
                      <a:latin typeface="Calibre Medium" panose="020B0603030202060203" pitchFamily="34" charset="0"/>
                    </a:endParaRPr>
                  </a:p>
                </p:txBody>
              </p:sp>
              <p:sp>
                <p:nvSpPr>
                  <p:cNvPr id="257" name="Rectangle 256">
                    <a:extLst>
                      <a:ext uri="{FF2B5EF4-FFF2-40B4-BE49-F238E27FC236}">
                        <a16:creationId xmlns:a16="http://schemas.microsoft.com/office/drawing/2014/main" id="{7F460D74-A559-4C23-942B-AECA8792A6B2}"/>
                      </a:ext>
                    </a:extLst>
                  </p:cNvPr>
                  <p:cNvSpPr/>
                  <p:nvPr userDrawn="1"/>
                </p:nvSpPr>
                <p:spPr>
                  <a:xfrm>
                    <a:off x="3585961"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r>
                      <a:rPr lang="en-US" sz="1050">
                        <a:solidFill>
                          <a:srgbClr val="D2785A"/>
                        </a:solidFill>
                        <a:latin typeface="Calibre Medium" panose="020B0603030202060203" pitchFamily="34" charset="0"/>
                      </a:rPr>
                      <a:t>1/5 = 1.57” / 3.99 cm</a:t>
                    </a:r>
                  </a:p>
                </p:txBody>
              </p:sp>
              <p:sp>
                <p:nvSpPr>
                  <p:cNvPr id="258" name="Rectangle 257">
                    <a:extLst>
                      <a:ext uri="{FF2B5EF4-FFF2-40B4-BE49-F238E27FC236}">
                        <a16:creationId xmlns:a16="http://schemas.microsoft.com/office/drawing/2014/main" id="{17C2597C-148F-4D1C-AE00-575D3B02CC31}"/>
                      </a:ext>
                    </a:extLst>
                  </p:cNvPr>
                  <p:cNvSpPr/>
                  <p:nvPr userDrawn="1"/>
                </p:nvSpPr>
                <p:spPr>
                  <a:xfrm>
                    <a:off x="5121315"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US" sz="1050">
                      <a:solidFill>
                        <a:srgbClr val="D2785A"/>
                      </a:solidFill>
                      <a:latin typeface="Calibre Medium" panose="020B0603030202060203" pitchFamily="34" charset="0"/>
                    </a:endParaRPr>
                  </a:p>
                </p:txBody>
              </p:sp>
            </p:grpSp>
          </p:grpSp>
        </p:grpSp>
        <p:grpSp>
          <p:nvGrpSpPr>
            <p:cNvPr id="162" name="SIDE RULER">
              <a:extLst>
                <a:ext uri="{FF2B5EF4-FFF2-40B4-BE49-F238E27FC236}">
                  <a16:creationId xmlns:a16="http://schemas.microsoft.com/office/drawing/2014/main" id="{50C74144-ED18-44C7-AB79-165E8A3FE828}"/>
                </a:ext>
              </a:extLst>
            </p:cNvPr>
            <p:cNvGrpSpPr/>
            <p:nvPr userDrawn="1"/>
          </p:nvGrpSpPr>
          <p:grpSpPr>
            <a:xfrm>
              <a:off x="12268200" y="0"/>
              <a:ext cx="432054" cy="6858000"/>
              <a:chOff x="12268200" y="0"/>
              <a:chExt cx="576072" cy="6858000"/>
            </a:xfrm>
          </p:grpSpPr>
          <p:sp>
            <p:nvSpPr>
              <p:cNvPr id="163" name="Rectangle 162">
                <a:extLst>
                  <a:ext uri="{FF2B5EF4-FFF2-40B4-BE49-F238E27FC236}">
                    <a16:creationId xmlns:a16="http://schemas.microsoft.com/office/drawing/2014/main" id="{190E0F78-E45D-4CDD-8505-9B4AA1A3E697}"/>
                  </a:ext>
                </a:extLst>
              </p:cNvPr>
              <p:cNvSpPr/>
              <p:nvPr userDrawn="1"/>
            </p:nvSpPr>
            <p:spPr>
              <a:xfrm>
                <a:off x="12268200" y="0"/>
                <a:ext cx="576072" cy="68580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a:ln>
                    <a:noFill/>
                  </a:ln>
                  <a:solidFill>
                    <a:prstClr val="white"/>
                  </a:solidFill>
                  <a:effectLst/>
                  <a:uLnTx/>
                  <a:uFillTx/>
                  <a:latin typeface="Arial Narrow" panose="020B0606020202030204" pitchFamily="34" charset="0"/>
                  <a:ea typeface="+mn-ea"/>
                  <a:cs typeface="+mn-cs"/>
                </a:endParaRPr>
              </a:p>
            </p:txBody>
          </p:sp>
          <p:grpSp>
            <p:nvGrpSpPr>
              <p:cNvPr id="164" name="Group 163">
                <a:extLst>
                  <a:ext uri="{FF2B5EF4-FFF2-40B4-BE49-F238E27FC236}">
                    <a16:creationId xmlns:a16="http://schemas.microsoft.com/office/drawing/2014/main" id="{11F368C8-4C49-42A8-8F0F-0742E794F19C}"/>
                  </a:ext>
                </a:extLst>
              </p:cNvPr>
              <p:cNvGrpSpPr/>
              <p:nvPr userDrawn="1"/>
            </p:nvGrpSpPr>
            <p:grpSpPr>
              <a:xfrm>
                <a:off x="12382500" y="452438"/>
                <a:ext cx="60960" cy="5952553"/>
                <a:chOff x="12382500" y="452438"/>
                <a:chExt cx="60960" cy="5952553"/>
              </a:xfrm>
            </p:grpSpPr>
            <p:sp>
              <p:nvSpPr>
                <p:cNvPr id="182" name="Rectangle 181">
                  <a:extLst>
                    <a:ext uri="{FF2B5EF4-FFF2-40B4-BE49-F238E27FC236}">
                      <a16:creationId xmlns:a16="http://schemas.microsoft.com/office/drawing/2014/main" id="{9F5B5F3D-0B35-4349-ADA0-33FAD316D94E}"/>
                    </a:ext>
                  </a:extLst>
                </p:cNvPr>
                <p:cNvSpPr/>
                <p:nvPr userDrawn="1"/>
              </p:nvSpPr>
              <p:spPr>
                <a:xfrm>
                  <a:off x="12382500" y="452438"/>
                  <a:ext cx="60960" cy="423862"/>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spcAft>
                      <a:spcPts val="300"/>
                    </a:spcAft>
                  </a:pPr>
                  <a:r>
                    <a:rPr lang="en-US" sz="1200">
                      <a:solidFill>
                        <a:srgbClr val="7F8480"/>
                      </a:solidFill>
                    </a:rPr>
                    <a:t>1</a:t>
                  </a:r>
                </a:p>
              </p:txBody>
            </p:sp>
            <p:sp>
              <p:nvSpPr>
                <p:cNvPr id="183" name="Rectangle 182">
                  <a:extLst>
                    <a:ext uri="{FF2B5EF4-FFF2-40B4-BE49-F238E27FC236}">
                      <a16:creationId xmlns:a16="http://schemas.microsoft.com/office/drawing/2014/main" id="{4BD4A19E-D97E-4226-B52B-9C07A8435FB7}"/>
                    </a:ext>
                  </a:extLst>
                </p:cNvPr>
                <p:cNvSpPr/>
                <p:nvPr userDrawn="1"/>
              </p:nvSpPr>
              <p:spPr>
                <a:xfrm>
                  <a:off x="12382500" y="975268"/>
                  <a:ext cx="60960" cy="523331"/>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2</a:t>
                  </a:r>
                </a:p>
              </p:txBody>
            </p:sp>
            <p:sp>
              <p:nvSpPr>
                <p:cNvPr id="184" name="Rectangle 183">
                  <a:extLst>
                    <a:ext uri="{FF2B5EF4-FFF2-40B4-BE49-F238E27FC236}">
                      <a16:creationId xmlns:a16="http://schemas.microsoft.com/office/drawing/2014/main" id="{671F0CCC-094F-4A08-9733-C53BC0F0A70F}"/>
                    </a:ext>
                  </a:extLst>
                </p:cNvPr>
                <p:cNvSpPr/>
                <p:nvPr userDrawn="1"/>
              </p:nvSpPr>
              <p:spPr>
                <a:xfrm>
                  <a:off x="12382500" y="1607324"/>
                  <a:ext cx="60960"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3</a:t>
                  </a:r>
                </a:p>
              </p:txBody>
            </p:sp>
            <p:sp>
              <p:nvSpPr>
                <p:cNvPr id="185" name="Rectangle 184">
                  <a:extLst>
                    <a:ext uri="{FF2B5EF4-FFF2-40B4-BE49-F238E27FC236}">
                      <a16:creationId xmlns:a16="http://schemas.microsoft.com/office/drawing/2014/main" id="{349A839C-39DA-4601-93EB-DB5D3B5C3F0F}"/>
                    </a:ext>
                  </a:extLst>
                </p:cNvPr>
                <p:cNvSpPr/>
                <p:nvPr userDrawn="1"/>
              </p:nvSpPr>
              <p:spPr>
                <a:xfrm>
                  <a:off x="12382500" y="2231781"/>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4</a:t>
                  </a:r>
                </a:p>
              </p:txBody>
            </p:sp>
            <p:sp>
              <p:nvSpPr>
                <p:cNvPr id="186" name="Rectangle 185">
                  <a:extLst>
                    <a:ext uri="{FF2B5EF4-FFF2-40B4-BE49-F238E27FC236}">
                      <a16:creationId xmlns:a16="http://schemas.microsoft.com/office/drawing/2014/main" id="{58834469-9F6F-40BB-A748-8EFDC504F355}"/>
                    </a:ext>
                  </a:extLst>
                </p:cNvPr>
                <p:cNvSpPr/>
                <p:nvPr userDrawn="1"/>
              </p:nvSpPr>
              <p:spPr>
                <a:xfrm>
                  <a:off x="12382500" y="2856238"/>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5</a:t>
                  </a:r>
                </a:p>
              </p:txBody>
            </p:sp>
            <p:sp>
              <p:nvSpPr>
                <p:cNvPr id="188" name="Rectangle 187">
                  <a:extLst>
                    <a:ext uri="{FF2B5EF4-FFF2-40B4-BE49-F238E27FC236}">
                      <a16:creationId xmlns:a16="http://schemas.microsoft.com/office/drawing/2014/main" id="{B03A0A85-E2C7-4DD7-882E-DB24E10CD465}"/>
                    </a:ext>
                  </a:extLst>
                </p:cNvPr>
                <p:cNvSpPr/>
                <p:nvPr userDrawn="1"/>
              </p:nvSpPr>
              <p:spPr>
                <a:xfrm>
                  <a:off x="12382500" y="3480695"/>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6</a:t>
                  </a:r>
                </a:p>
              </p:txBody>
            </p:sp>
            <p:sp>
              <p:nvSpPr>
                <p:cNvPr id="189" name="Rectangle 188">
                  <a:extLst>
                    <a:ext uri="{FF2B5EF4-FFF2-40B4-BE49-F238E27FC236}">
                      <a16:creationId xmlns:a16="http://schemas.microsoft.com/office/drawing/2014/main" id="{1469CFF3-0842-47F4-9B10-254E74B094A4}"/>
                    </a:ext>
                  </a:extLst>
                </p:cNvPr>
                <p:cNvSpPr/>
                <p:nvPr userDrawn="1"/>
              </p:nvSpPr>
              <p:spPr>
                <a:xfrm>
                  <a:off x="12382500" y="4105152"/>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7</a:t>
                  </a:r>
                </a:p>
              </p:txBody>
            </p:sp>
            <p:sp>
              <p:nvSpPr>
                <p:cNvPr id="190" name="Rectangle 189">
                  <a:extLst>
                    <a:ext uri="{FF2B5EF4-FFF2-40B4-BE49-F238E27FC236}">
                      <a16:creationId xmlns:a16="http://schemas.microsoft.com/office/drawing/2014/main" id="{20EFBA55-4FFC-43E2-856A-C51551C8D589}"/>
                    </a:ext>
                  </a:extLst>
                </p:cNvPr>
                <p:cNvSpPr/>
                <p:nvPr userDrawn="1"/>
              </p:nvSpPr>
              <p:spPr>
                <a:xfrm>
                  <a:off x="12382500" y="4729609"/>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8</a:t>
                  </a:r>
                </a:p>
              </p:txBody>
            </p:sp>
            <p:sp>
              <p:nvSpPr>
                <p:cNvPr id="191" name="Rectangle 190">
                  <a:extLst>
                    <a:ext uri="{FF2B5EF4-FFF2-40B4-BE49-F238E27FC236}">
                      <a16:creationId xmlns:a16="http://schemas.microsoft.com/office/drawing/2014/main" id="{C92C2E8A-1682-4247-8617-BC1D5C57E0A3}"/>
                    </a:ext>
                  </a:extLst>
                </p:cNvPr>
                <p:cNvSpPr/>
                <p:nvPr userDrawn="1"/>
              </p:nvSpPr>
              <p:spPr>
                <a:xfrm>
                  <a:off x="12382500" y="5354066"/>
                  <a:ext cx="54864"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9</a:t>
                  </a:r>
                </a:p>
              </p:txBody>
            </p:sp>
            <p:sp>
              <p:nvSpPr>
                <p:cNvPr id="192" name="Rectangle 191">
                  <a:extLst>
                    <a:ext uri="{FF2B5EF4-FFF2-40B4-BE49-F238E27FC236}">
                      <a16:creationId xmlns:a16="http://schemas.microsoft.com/office/drawing/2014/main" id="{A6794C73-623C-4A5C-8721-5D3470D83DBD}"/>
                    </a:ext>
                  </a:extLst>
                </p:cNvPr>
                <p:cNvSpPr/>
                <p:nvPr userDrawn="1"/>
              </p:nvSpPr>
              <p:spPr>
                <a:xfrm>
                  <a:off x="12382500" y="5984367"/>
                  <a:ext cx="54864" cy="420624"/>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US" sz="1200">
                      <a:solidFill>
                        <a:srgbClr val="7F8480"/>
                      </a:solidFill>
                    </a:rPr>
                    <a:t>10</a:t>
                  </a:r>
                </a:p>
              </p:txBody>
            </p:sp>
          </p:grpSp>
          <p:grpSp>
            <p:nvGrpSpPr>
              <p:cNvPr id="165" name="Group 164">
                <a:extLst>
                  <a:ext uri="{FF2B5EF4-FFF2-40B4-BE49-F238E27FC236}">
                    <a16:creationId xmlns:a16="http://schemas.microsoft.com/office/drawing/2014/main" id="{5A596F88-0257-450D-AA65-DBAB62BCB5E3}"/>
                  </a:ext>
                </a:extLst>
              </p:cNvPr>
              <p:cNvGrpSpPr/>
              <p:nvPr userDrawn="1"/>
            </p:nvGrpSpPr>
            <p:grpSpPr>
              <a:xfrm>
                <a:off x="12514706" y="452438"/>
                <a:ext cx="60960" cy="1046161"/>
                <a:chOff x="12514706" y="452438"/>
                <a:chExt cx="60960" cy="1046161"/>
              </a:xfrm>
            </p:grpSpPr>
            <p:sp>
              <p:nvSpPr>
                <p:cNvPr id="180" name="Rectangle 179">
                  <a:extLst>
                    <a:ext uri="{FF2B5EF4-FFF2-40B4-BE49-F238E27FC236}">
                      <a16:creationId xmlns:a16="http://schemas.microsoft.com/office/drawing/2014/main" id="{1B79498A-48A9-4FC4-82A8-6E5380470E94}"/>
                    </a:ext>
                  </a:extLst>
                </p:cNvPr>
                <p:cNvSpPr/>
                <p:nvPr userDrawn="1"/>
              </p:nvSpPr>
              <p:spPr>
                <a:xfrm>
                  <a:off x="12514706" y="452438"/>
                  <a:ext cx="60960" cy="423862"/>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lvl="0" algn="l" eaLnBrk="1" hangingPunct="1">
                    <a:spcBef>
                      <a:spcPts val="1200"/>
                    </a:spcBef>
                    <a:spcAft>
                      <a:spcPts val="300"/>
                    </a:spcAft>
                  </a:pPr>
                  <a:r>
                    <a:rPr lang="en-US" sz="1200">
                      <a:solidFill>
                        <a:srgbClr val="AD2A2A"/>
                      </a:solidFill>
                    </a:rPr>
                    <a:t>-2 </a:t>
                  </a:r>
                  <a:r>
                    <a:rPr lang="en-US" sz="1000">
                      <a:solidFill>
                        <a:srgbClr val="AD2A2A"/>
                      </a:solidFill>
                      <a:latin typeface="Barlow Condensed" panose="00000506000000000000" pitchFamily="2" charset="0"/>
                      <a:ea typeface="+mn-ea"/>
                      <a:cs typeface="+mn-cs"/>
                    </a:rPr>
                    <a:t>(0.46” / 1.17 cm tall)</a:t>
                  </a:r>
                </a:p>
              </p:txBody>
            </p:sp>
            <p:sp>
              <p:nvSpPr>
                <p:cNvPr id="181" name="Rectangle 180">
                  <a:extLst>
                    <a:ext uri="{FF2B5EF4-FFF2-40B4-BE49-F238E27FC236}">
                      <a16:creationId xmlns:a16="http://schemas.microsoft.com/office/drawing/2014/main" id="{F059ED0D-1200-40CC-878E-A8BA7E846FF2}"/>
                    </a:ext>
                  </a:extLst>
                </p:cNvPr>
                <p:cNvSpPr/>
                <p:nvPr userDrawn="1"/>
              </p:nvSpPr>
              <p:spPr>
                <a:xfrm>
                  <a:off x="12514706" y="975268"/>
                  <a:ext cx="60960" cy="523331"/>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lvl="0" algn="l" eaLnBrk="1" hangingPunct="1">
                    <a:spcBef>
                      <a:spcPts val="1200"/>
                    </a:spcBef>
                    <a:spcAft>
                      <a:spcPts val="300"/>
                    </a:spcAft>
                  </a:pPr>
                  <a:r>
                    <a:rPr lang="en-US" sz="1200">
                      <a:solidFill>
                        <a:srgbClr val="AD2A2A"/>
                      </a:solidFill>
                    </a:rPr>
                    <a:t>-1 </a:t>
                  </a:r>
                  <a:r>
                    <a:rPr lang="en-US" sz="1000">
                      <a:solidFill>
                        <a:srgbClr val="AD2A2A"/>
                      </a:solidFill>
                      <a:latin typeface="Barlow Condensed" panose="00000506000000000000" pitchFamily="2" charset="0"/>
                      <a:ea typeface="+mn-ea"/>
                      <a:cs typeface="+mn-cs"/>
                    </a:rPr>
                    <a:t>(0.57” / 1.45 cm tall)</a:t>
                  </a:r>
                </a:p>
              </p:txBody>
            </p:sp>
          </p:grpSp>
          <p:grpSp>
            <p:nvGrpSpPr>
              <p:cNvPr id="167" name="Group 166">
                <a:extLst>
                  <a:ext uri="{FF2B5EF4-FFF2-40B4-BE49-F238E27FC236}">
                    <a16:creationId xmlns:a16="http://schemas.microsoft.com/office/drawing/2014/main" id="{387E8B4E-C362-4027-8470-4EB87092DF9C}"/>
                  </a:ext>
                </a:extLst>
              </p:cNvPr>
              <p:cNvGrpSpPr/>
              <p:nvPr userDrawn="1"/>
            </p:nvGrpSpPr>
            <p:grpSpPr>
              <a:xfrm>
                <a:off x="12514707" y="1607324"/>
                <a:ext cx="54864" cy="4797667"/>
                <a:chOff x="12514707" y="1607324"/>
                <a:chExt cx="54864" cy="4797667"/>
              </a:xfrm>
            </p:grpSpPr>
            <p:sp>
              <p:nvSpPr>
                <p:cNvPr id="168" name="Rectangle 167">
                  <a:extLst>
                    <a:ext uri="{FF2B5EF4-FFF2-40B4-BE49-F238E27FC236}">
                      <a16:creationId xmlns:a16="http://schemas.microsoft.com/office/drawing/2014/main" id="{EB2EA5F7-954E-4A4A-AAF3-501B0E06123D}"/>
                    </a:ext>
                  </a:extLst>
                </p:cNvPr>
                <p:cNvSpPr/>
                <p:nvPr userDrawn="1"/>
              </p:nvSpPr>
              <p:spPr>
                <a:xfrm>
                  <a:off x="12514707" y="1607324"/>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1</a:t>
                  </a:r>
                </a:p>
              </p:txBody>
            </p:sp>
            <p:sp>
              <p:nvSpPr>
                <p:cNvPr id="169" name="Rectangle 168">
                  <a:extLst>
                    <a:ext uri="{FF2B5EF4-FFF2-40B4-BE49-F238E27FC236}">
                      <a16:creationId xmlns:a16="http://schemas.microsoft.com/office/drawing/2014/main" id="{186DED2D-B945-4FD2-89B0-76AEA2C9F340}"/>
                    </a:ext>
                  </a:extLst>
                </p:cNvPr>
                <p:cNvSpPr/>
                <p:nvPr userDrawn="1"/>
              </p:nvSpPr>
              <p:spPr>
                <a:xfrm>
                  <a:off x="12514707" y="2231781"/>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2</a:t>
                  </a:r>
                </a:p>
              </p:txBody>
            </p:sp>
            <p:sp>
              <p:nvSpPr>
                <p:cNvPr id="171" name="Rectangle 170">
                  <a:extLst>
                    <a:ext uri="{FF2B5EF4-FFF2-40B4-BE49-F238E27FC236}">
                      <a16:creationId xmlns:a16="http://schemas.microsoft.com/office/drawing/2014/main" id="{18C73F64-E8B2-4619-A402-351704785582}"/>
                    </a:ext>
                  </a:extLst>
                </p:cNvPr>
                <p:cNvSpPr/>
                <p:nvPr userDrawn="1"/>
              </p:nvSpPr>
              <p:spPr>
                <a:xfrm>
                  <a:off x="12514707" y="2856238"/>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3</a:t>
                  </a:r>
                </a:p>
              </p:txBody>
            </p:sp>
            <p:sp>
              <p:nvSpPr>
                <p:cNvPr id="174" name="Rectangle 173">
                  <a:extLst>
                    <a:ext uri="{FF2B5EF4-FFF2-40B4-BE49-F238E27FC236}">
                      <a16:creationId xmlns:a16="http://schemas.microsoft.com/office/drawing/2014/main" id="{D6531FA6-18DF-46D3-BFAC-F760943CC9C2}"/>
                    </a:ext>
                  </a:extLst>
                </p:cNvPr>
                <p:cNvSpPr/>
                <p:nvPr userDrawn="1"/>
              </p:nvSpPr>
              <p:spPr>
                <a:xfrm>
                  <a:off x="12514707" y="3480695"/>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4</a:t>
                  </a:r>
                </a:p>
              </p:txBody>
            </p:sp>
            <p:sp>
              <p:nvSpPr>
                <p:cNvPr id="176" name="Rectangle 175">
                  <a:extLst>
                    <a:ext uri="{FF2B5EF4-FFF2-40B4-BE49-F238E27FC236}">
                      <a16:creationId xmlns:a16="http://schemas.microsoft.com/office/drawing/2014/main" id="{3D6CD6ED-9BC8-49C4-ACF5-FD97FD387258}"/>
                    </a:ext>
                  </a:extLst>
                </p:cNvPr>
                <p:cNvSpPr/>
                <p:nvPr userDrawn="1"/>
              </p:nvSpPr>
              <p:spPr>
                <a:xfrm>
                  <a:off x="12514707" y="4105152"/>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5</a:t>
                  </a:r>
                </a:p>
              </p:txBody>
            </p:sp>
            <p:sp>
              <p:nvSpPr>
                <p:cNvPr id="177" name="Rectangle 176">
                  <a:extLst>
                    <a:ext uri="{FF2B5EF4-FFF2-40B4-BE49-F238E27FC236}">
                      <a16:creationId xmlns:a16="http://schemas.microsoft.com/office/drawing/2014/main" id="{71B83054-29EA-429E-883A-9604B4DC00FC}"/>
                    </a:ext>
                  </a:extLst>
                </p:cNvPr>
                <p:cNvSpPr/>
                <p:nvPr userDrawn="1"/>
              </p:nvSpPr>
              <p:spPr>
                <a:xfrm>
                  <a:off x="12514707" y="4729609"/>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6</a:t>
                  </a:r>
                </a:p>
              </p:txBody>
            </p:sp>
            <p:sp>
              <p:nvSpPr>
                <p:cNvPr id="178" name="Rectangle 177">
                  <a:extLst>
                    <a:ext uri="{FF2B5EF4-FFF2-40B4-BE49-F238E27FC236}">
                      <a16:creationId xmlns:a16="http://schemas.microsoft.com/office/drawing/2014/main" id="{3B5C1683-7AD4-4B1D-9C8E-8A7FCF50D82C}"/>
                    </a:ext>
                  </a:extLst>
                </p:cNvPr>
                <p:cNvSpPr/>
                <p:nvPr userDrawn="1"/>
              </p:nvSpPr>
              <p:spPr>
                <a:xfrm>
                  <a:off x="12514707" y="5354066"/>
                  <a:ext cx="54864"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US" sz="1200">
                      <a:solidFill>
                        <a:srgbClr val="012A2D"/>
                      </a:solidFill>
                    </a:rPr>
                    <a:t>7 </a:t>
                  </a:r>
                  <a:r>
                    <a:rPr kumimoji="0" lang="en-US" sz="1000" b="0" i="0" u="none" strike="noStrike" kern="0" cap="none" spc="0" normalizeH="0" baseline="0" noProof="0">
                      <a:ln>
                        <a:noFill/>
                      </a:ln>
                      <a:solidFill>
                        <a:srgbClr val="012A2D"/>
                      </a:solidFill>
                      <a:effectLst/>
                      <a:uLnTx/>
                      <a:uFillTx/>
                      <a:latin typeface="Barlow Condensed" panose="00000506000000000000" pitchFamily="2" charset="0"/>
                      <a:ea typeface="+mn-ea"/>
                      <a:cs typeface="+mn-cs"/>
                    </a:rPr>
                    <a:t>(0.57” / 1.45 cm tall)</a:t>
                  </a:r>
                  <a:endParaRPr lang="en-US" sz="1200">
                    <a:solidFill>
                      <a:srgbClr val="012A2D"/>
                    </a:solidFill>
                  </a:endParaRPr>
                </a:p>
              </p:txBody>
            </p:sp>
            <p:sp>
              <p:nvSpPr>
                <p:cNvPr id="179" name="Rectangle 178">
                  <a:extLst>
                    <a:ext uri="{FF2B5EF4-FFF2-40B4-BE49-F238E27FC236}">
                      <a16:creationId xmlns:a16="http://schemas.microsoft.com/office/drawing/2014/main" id="{7065EA24-94C0-404E-9043-43D6FE9F30B7}"/>
                    </a:ext>
                  </a:extLst>
                </p:cNvPr>
                <p:cNvSpPr/>
                <p:nvPr userDrawn="1"/>
              </p:nvSpPr>
              <p:spPr>
                <a:xfrm>
                  <a:off x="12514707" y="5984367"/>
                  <a:ext cx="54864" cy="42062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marR="0" lvl="0" indent="0" algn="l" defTabSz="914400" eaLnBrk="1" fontAlgn="auto" latinLnBrk="0" hangingPunct="1">
                    <a:lnSpc>
                      <a:spcPct val="100000"/>
                    </a:lnSpc>
                    <a:spcBef>
                      <a:spcPts val="1200"/>
                    </a:spcBef>
                    <a:spcAft>
                      <a:spcPts val="300"/>
                    </a:spcAft>
                    <a:buClrTx/>
                    <a:buSzTx/>
                    <a:buFontTx/>
                    <a:buNone/>
                    <a:tabLst/>
                    <a:defRPr/>
                  </a:pPr>
                  <a:r>
                    <a:rPr lang="en-US" sz="1200">
                      <a:solidFill>
                        <a:srgbClr val="012A2D"/>
                      </a:solidFill>
                    </a:rPr>
                    <a:t>8</a:t>
                  </a:r>
                  <a:r>
                    <a:rPr kumimoji="0" lang="en-US" sz="1200" b="0" i="0" u="none" strike="noStrike" kern="0" cap="none" spc="0" normalizeH="0" baseline="0" noProof="0">
                      <a:ln>
                        <a:noFill/>
                      </a:ln>
                      <a:solidFill>
                        <a:srgbClr val="012A2D"/>
                      </a:solidFill>
                      <a:effectLst/>
                      <a:uLnTx/>
                      <a:uFillTx/>
                      <a:latin typeface="Calibre"/>
                      <a:ea typeface="+mn-ea"/>
                      <a:cs typeface="+mn-cs"/>
                    </a:rPr>
                    <a:t> </a:t>
                  </a:r>
                  <a:r>
                    <a:rPr kumimoji="0" lang="en-US" sz="1000" b="0" i="0" u="none" strike="noStrike" kern="0" cap="none" spc="0" normalizeH="0" baseline="0" noProof="0">
                      <a:ln>
                        <a:noFill/>
                      </a:ln>
                      <a:solidFill>
                        <a:srgbClr val="012A2D"/>
                      </a:solidFill>
                      <a:effectLst/>
                      <a:uLnTx/>
                      <a:uFillTx/>
                      <a:latin typeface="Barlow Condensed" panose="00000506000000000000" pitchFamily="2" charset="0"/>
                      <a:ea typeface="+mn-ea"/>
                      <a:cs typeface="+mn-cs"/>
                    </a:rPr>
                    <a:t>(0.46” / 1.17 cm tall)</a:t>
                  </a:r>
                </a:p>
              </p:txBody>
            </p:sp>
          </p:grpSp>
        </p:grpSp>
      </p:grpSp>
      <p:sp>
        <p:nvSpPr>
          <p:cNvPr id="5" name="LAST UPDATE" hidden="1">
            <a:extLst>
              <a:ext uri="{FF2B5EF4-FFF2-40B4-BE49-F238E27FC236}">
                <a16:creationId xmlns:a16="http://schemas.microsoft.com/office/drawing/2014/main" id="{8FDB0700-094B-4B9E-8955-C3E249CDAF7C}"/>
              </a:ext>
              <a:ext uri="{C183D7F6-B498-43B3-948B-1728B52AA6E4}">
                <adec:decorative xmlns:adec="http://schemas.microsoft.com/office/drawing/2017/decorative" val="1"/>
              </a:ext>
            </a:extLst>
          </p:cNvPr>
          <p:cNvSpPr/>
          <p:nvPr userDrawn="1"/>
        </p:nvSpPr>
        <p:spPr>
          <a:xfrm>
            <a:off x="12268200" y="-1101852"/>
            <a:ext cx="998603" cy="99860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r>
              <a:rPr lang="en-US" sz="1400">
                <a:solidFill>
                  <a:schemeClr val="bg1"/>
                </a:solidFill>
              </a:rPr>
              <a:t>LAST UPDATED:</a:t>
            </a:r>
            <a:br>
              <a:rPr lang="en-US" sz="1400">
                <a:solidFill>
                  <a:schemeClr val="bg1"/>
                </a:solidFill>
              </a:rPr>
            </a:br>
            <a:r>
              <a:rPr lang="en-US" sz="1400">
                <a:solidFill>
                  <a:schemeClr val="bg1"/>
                </a:solidFill>
              </a:rPr>
              <a:t>2023.01.10</a:t>
            </a:r>
          </a:p>
        </p:txBody>
      </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2" r:id="rId1"/>
    <p:sldLayoutId id="2147484496" r:id="rId2"/>
    <p:sldLayoutId id="2147484563" r:id="rId3"/>
    <p:sldLayoutId id="2147484497" r:id="rId4"/>
    <p:sldLayoutId id="2147484492" r:id="rId5"/>
    <p:sldLayoutId id="2147484571" r:id="rId6"/>
    <p:sldLayoutId id="2147484494" r:id="rId7"/>
    <p:sldLayoutId id="2147484572" r:id="rId8"/>
    <p:sldLayoutId id="2147484564" r:id="rId9"/>
    <p:sldLayoutId id="2147484565" r:id="rId10"/>
    <p:sldLayoutId id="2147484566" r:id="rId11"/>
    <p:sldLayoutId id="2147484567" r:id="rId12"/>
    <p:sldLayoutId id="2147484573" r:id="rId13"/>
    <p:sldLayoutId id="2147484574" r:id="rId14"/>
    <p:sldLayoutId id="2147484575" r:id="rId15"/>
    <p:sldLayoutId id="2147484576" r:id="rId16"/>
    <p:sldLayoutId id="2147484666" r:id="rId17"/>
    <p:sldLayoutId id="2147484667" r:id="rId18"/>
    <p:sldLayoutId id="2147484559" r:id="rId19"/>
    <p:sldLayoutId id="2147484560" r:id="rId20"/>
    <p:sldLayoutId id="2147484561" r:id="rId21"/>
    <p:sldLayoutId id="2147484659" r:id="rId22"/>
    <p:sldLayoutId id="2147484660" r:id="rId23"/>
    <p:sldLayoutId id="2147484661" r:id="rId24"/>
    <p:sldLayoutId id="2147484577" r:id="rId25"/>
    <p:sldLayoutId id="2147484578" r:id="rId26"/>
    <p:sldLayoutId id="2147484579" r:id="rId27"/>
    <p:sldLayoutId id="2147484662" r:id="rId28"/>
    <p:sldLayoutId id="2147484663" r:id="rId29"/>
    <p:sldLayoutId id="2147484664" r:id="rId30"/>
    <p:sldLayoutId id="2147484554" r:id="rId31"/>
    <p:sldLayoutId id="2147484555" r:id="rId32"/>
    <p:sldLayoutId id="2147484556" r:id="rId33"/>
    <p:sldLayoutId id="2147484505" r:id="rId34"/>
    <p:sldLayoutId id="2147484506" r:id="rId35"/>
    <p:sldLayoutId id="2147484507" r:id="rId36"/>
    <p:sldLayoutId id="2147484557" r:id="rId37"/>
    <p:sldLayoutId id="2147484558" r:id="rId38"/>
    <p:sldLayoutId id="2147484508" r:id="rId39"/>
    <p:sldLayoutId id="2147484629" r:id="rId40"/>
    <p:sldLayoutId id="2147484631" r:id="rId41"/>
    <p:sldLayoutId id="2147484633" r:id="rId42"/>
    <p:sldLayoutId id="2147484645" r:id="rId43"/>
    <p:sldLayoutId id="2147484634" r:id="rId44"/>
    <p:sldLayoutId id="2147484639" r:id="rId45"/>
    <p:sldLayoutId id="2147484635" r:id="rId46"/>
    <p:sldLayoutId id="2147484641" r:id="rId47"/>
    <p:sldLayoutId id="2147484643" r:id="rId48"/>
    <p:sldLayoutId id="2147484630" r:id="rId49"/>
    <p:sldLayoutId id="2147484632" r:id="rId50"/>
    <p:sldLayoutId id="2147484636" r:id="rId51"/>
    <p:sldLayoutId id="2147484646" r:id="rId52"/>
    <p:sldLayoutId id="2147484637" r:id="rId53"/>
    <p:sldLayoutId id="2147484640" r:id="rId54"/>
    <p:sldLayoutId id="2147484638" r:id="rId55"/>
    <p:sldLayoutId id="2147484642" r:id="rId56"/>
    <p:sldLayoutId id="2147484644" r:id="rId57"/>
    <p:sldLayoutId id="2147484611" r:id="rId58"/>
    <p:sldLayoutId id="2147484613" r:id="rId59"/>
    <p:sldLayoutId id="2147484612" r:id="rId60"/>
    <p:sldLayoutId id="2147484615" r:id="rId61"/>
    <p:sldLayoutId id="2147484614" r:id="rId62"/>
    <p:sldLayoutId id="2147484616" r:id="rId63"/>
    <p:sldLayoutId id="2147484617" r:id="rId64"/>
    <p:sldLayoutId id="2147484618" r:id="rId65"/>
    <p:sldLayoutId id="2147484619" r:id="rId66"/>
    <p:sldLayoutId id="2147484620" r:id="rId67"/>
    <p:sldLayoutId id="2147484627" r:id="rId68"/>
    <p:sldLayoutId id="2147484628" r:id="rId69"/>
    <p:sldLayoutId id="2147484665" r:id="rId70"/>
    <p:sldLayoutId id="2147484621" r:id="rId71"/>
    <p:sldLayoutId id="2147484622" r:id="rId72"/>
    <p:sldLayoutId id="2147484658" r:id="rId73"/>
    <p:sldLayoutId id="2147484623" r:id="rId74"/>
    <p:sldLayoutId id="2147484624" r:id="rId75"/>
    <p:sldLayoutId id="2147484625" r:id="rId76"/>
    <p:sldLayoutId id="2147484626" r:id="rId77"/>
    <p:sldLayoutId id="2147484610" r:id="rId78"/>
    <p:sldLayoutId id="2147484609" r:id="rId79"/>
    <p:sldLayoutId id="2147484608" r:id="rId80"/>
    <p:sldLayoutId id="2147484650" r:id="rId81"/>
    <p:sldLayoutId id="2147484652" r:id="rId82"/>
    <p:sldLayoutId id="2147484653" r:id="rId83"/>
    <p:sldLayoutId id="2147484654" r:id="rId84"/>
    <p:sldLayoutId id="2147484656" r:id="rId85"/>
    <p:sldLayoutId id="2147484657" r:id="rId86"/>
    <p:sldLayoutId id="2147484600" r:id="rId87"/>
    <p:sldLayoutId id="2147484605" r:id="rId88"/>
    <p:sldLayoutId id="2147484602" r:id="rId89"/>
    <p:sldLayoutId id="2147484603" r:id="rId90"/>
    <p:sldLayoutId id="2147484604" r:id="rId91"/>
    <p:sldLayoutId id="2147484606" r:id="rId92"/>
    <p:sldLayoutId id="2147484647" r:id="rId93"/>
    <p:sldLayoutId id="2147484648" r:id="rId94"/>
    <p:sldLayoutId id="2147484649" r:id="rId95"/>
    <p:sldLayoutId id="2147484607" r:id="rId96"/>
  </p:sldLayoutIdLst>
  <p:hf hdr="0" dt="0"/>
  <p:txStyles>
    <p:titleStyle>
      <a:lvl1pPr eaLnBrk="1" hangingPunct="1">
        <a:lnSpc>
          <a:spcPct val="90000"/>
        </a:lnSpc>
        <a:defRPr sz="2800" kern="1200" baseline="0">
          <a:solidFill>
            <a:schemeClr val="tx1"/>
          </a:solidFill>
          <a:latin typeface="+mj-lt"/>
          <a:ea typeface="+mj-ea"/>
          <a:cs typeface="+mj-cs"/>
        </a:defRPr>
      </a:lvl1pPr>
    </p:titleStyle>
    <p:body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orient="horz" pos="222">
          <p15:clr>
            <a:srgbClr val="F26B43"/>
          </p15:clr>
        </p15:guide>
        <p15:guide id="3" pos="7421">
          <p15:clr>
            <a:srgbClr val="F26B43"/>
          </p15:clr>
        </p15:guide>
        <p15:guide id="4" pos="7680">
          <p15:clr>
            <a:srgbClr val="F26B43"/>
          </p15:clr>
        </p15:guide>
        <p15:guide id="5" pos="579">
          <p15:clr>
            <a:srgbClr val="F26B43"/>
          </p15:clr>
        </p15:guide>
        <p15:guide id="6" pos="643">
          <p15:clr>
            <a:srgbClr val="F26B43"/>
          </p15:clr>
        </p15:guide>
        <p15:guide id="7" pos="902">
          <p15:clr>
            <a:srgbClr val="F26B43"/>
          </p15:clr>
        </p15:guide>
        <p15:guide id="8" pos="965">
          <p15:clr>
            <a:srgbClr val="F26B43"/>
          </p15:clr>
        </p15:guide>
        <p15:guide id="9" pos="1225">
          <p15:clr>
            <a:srgbClr val="F26B43"/>
          </p15:clr>
        </p15:guide>
        <p15:guide id="10" pos="1288">
          <p15:clr>
            <a:srgbClr val="F26B43"/>
          </p15:clr>
        </p15:guide>
        <p15:guide id="11" pos="1548">
          <p15:clr>
            <a:srgbClr val="F26B43"/>
          </p15:clr>
        </p15:guide>
        <p15:guide id="12" pos="1611">
          <p15:clr>
            <a:srgbClr val="F26B43"/>
          </p15:clr>
        </p15:guide>
        <p15:guide id="13" pos="1870">
          <p15:clr>
            <a:srgbClr val="F26B43"/>
          </p15:clr>
        </p15:guide>
        <p15:guide id="14" pos="1934">
          <p15:clr>
            <a:srgbClr val="F26B43"/>
          </p15:clr>
        </p15:guide>
        <p15:guide id="15" pos="2193">
          <p15:clr>
            <a:srgbClr val="F26B43"/>
          </p15:clr>
        </p15:guide>
        <p15:guide id="16" pos="2257">
          <p15:clr>
            <a:srgbClr val="F26B43"/>
          </p15:clr>
        </p15:guide>
        <p15:guide id="17" pos="2516">
          <p15:clr>
            <a:srgbClr val="F26B43"/>
          </p15:clr>
        </p15:guide>
        <p15:guide id="18" pos="2579">
          <p15:clr>
            <a:srgbClr val="F26B43"/>
          </p15:clr>
        </p15:guide>
        <p15:guide id="19" pos="2839">
          <p15:clr>
            <a:srgbClr val="F26B43"/>
          </p15:clr>
        </p15:guide>
        <p15:guide id="20" pos="2902">
          <p15:clr>
            <a:srgbClr val="F26B43"/>
          </p15:clr>
        </p15:guide>
        <p15:guide id="21" pos="3162">
          <p15:clr>
            <a:srgbClr val="F26B43"/>
          </p15:clr>
        </p15:guide>
        <p15:guide id="22" pos="3225">
          <p15:clr>
            <a:srgbClr val="F26B43"/>
          </p15:clr>
        </p15:guide>
        <p15:guide id="23" pos="3485">
          <p15:clr>
            <a:srgbClr val="F26B43"/>
          </p15:clr>
        </p15:guide>
        <p15:guide id="24" pos="3548">
          <p15:clr>
            <a:srgbClr val="F26B43"/>
          </p15:clr>
        </p15:guide>
        <p15:guide id="25" pos="3807">
          <p15:clr>
            <a:srgbClr val="F26B43"/>
          </p15:clr>
        </p15:guide>
        <p15:guide id="26" pos="3871">
          <p15:clr>
            <a:srgbClr val="F26B43"/>
          </p15:clr>
        </p15:guide>
        <p15:guide id="27" pos="4130">
          <p15:clr>
            <a:srgbClr val="F26B43"/>
          </p15:clr>
        </p15:guide>
        <p15:guide id="28" pos="4193">
          <p15:clr>
            <a:srgbClr val="F26B43"/>
          </p15:clr>
        </p15:guide>
        <p15:guide id="29" pos="4453">
          <p15:clr>
            <a:srgbClr val="F26B43"/>
          </p15:clr>
        </p15:guide>
        <p15:guide id="30" pos="4516">
          <p15:clr>
            <a:srgbClr val="F26B43"/>
          </p15:clr>
        </p15:guide>
        <p15:guide id="31" pos="4776">
          <p15:clr>
            <a:srgbClr val="F26B43"/>
          </p15:clr>
        </p15:guide>
        <p15:guide id="32" pos="4839">
          <p15:clr>
            <a:srgbClr val="F26B43"/>
          </p15:clr>
        </p15:guide>
        <p15:guide id="33" pos="5099">
          <p15:clr>
            <a:srgbClr val="F26B43"/>
          </p15:clr>
        </p15:guide>
        <p15:guide id="34" pos="5162">
          <p15:clr>
            <a:srgbClr val="F26B43"/>
          </p15:clr>
        </p15:guide>
        <p15:guide id="35" pos="5421">
          <p15:clr>
            <a:srgbClr val="F26B43"/>
          </p15:clr>
        </p15:guide>
        <p15:guide id="36" pos="5485">
          <p15:clr>
            <a:srgbClr val="F26B43"/>
          </p15:clr>
        </p15:guide>
        <p15:guide id="37" pos="5744">
          <p15:clr>
            <a:srgbClr val="F26B43"/>
          </p15:clr>
        </p15:guide>
        <p15:guide id="38" pos="5807">
          <p15:clr>
            <a:srgbClr val="F26B43"/>
          </p15:clr>
        </p15:guide>
        <p15:guide id="39" pos="6067">
          <p15:clr>
            <a:srgbClr val="F26B43"/>
          </p15:clr>
        </p15:guide>
        <p15:guide id="40" pos="6130">
          <p15:clr>
            <a:srgbClr val="F26B43"/>
          </p15:clr>
        </p15:guide>
        <p15:guide id="41" pos="6390">
          <p15:clr>
            <a:srgbClr val="F26B43"/>
          </p15:clr>
        </p15:guide>
        <p15:guide id="42" pos="6453">
          <p15:clr>
            <a:srgbClr val="F26B43"/>
          </p15:clr>
        </p15:guide>
        <p15:guide id="43" pos="6713">
          <p15:clr>
            <a:srgbClr val="F26B43"/>
          </p15:clr>
        </p15:guide>
        <p15:guide id="44" pos="6776">
          <p15:clr>
            <a:srgbClr val="F26B43"/>
          </p15:clr>
        </p15:guide>
        <p15:guide id="45" pos="7035">
          <p15:clr>
            <a:srgbClr val="F26B43"/>
          </p15:clr>
        </p15:guide>
        <p15:guide id="46" pos="7099">
          <p15:clr>
            <a:srgbClr val="F26B43"/>
          </p15:clr>
        </p15:guide>
        <p15:guide id="47" pos="7358">
          <p15:clr>
            <a:srgbClr val="F26B43"/>
          </p15:clr>
        </p15:guide>
        <p15:guide id="49" orient="horz" pos="944">
          <p15:clr>
            <a:srgbClr val="F26B43"/>
          </p15:clr>
        </p15:guide>
        <p15:guide id="50" orient="horz" pos="1008">
          <p15:clr>
            <a:srgbClr val="F26B43"/>
          </p15:clr>
        </p15:guide>
        <p15:guide id="51" orient="horz" pos="1339">
          <p15:clr>
            <a:srgbClr val="F26B43"/>
          </p15:clr>
        </p15:guide>
        <p15:guide id="52" orient="horz" pos="1402">
          <p15:clr>
            <a:srgbClr val="F26B43"/>
          </p15:clr>
        </p15:guide>
        <p15:guide id="53" orient="horz" pos="1733">
          <p15:clr>
            <a:srgbClr val="F26B43"/>
          </p15:clr>
        </p15:guide>
        <p15:guide id="54" orient="horz" pos="1797">
          <p15:clr>
            <a:srgbClr val="F26B43"/>
          </p15:clr>
        </p15:guide>
        <p15:guide id="55" orient="horz" pos="2128">
          <p15:clr>
            <a:srgbClr val="F26B43"/>
          </p15:clr>
        </p15:guide>
        <p15:guide id="56" orient="horz" pos="2191">
          <p15:clr>
            <a:srgbClr val="F26B43"/>
          </p15:clr>
        </p15:guide>
        <p15:guide id="57" orient="horz" pos="2522">
          <p15:clr>
            <a:srgbClr val="F26B43"/>
          </p15:clr>
        </p15:guide>
        <p15:guide id="58" orient="horz" pos="2586">
          <p15:clr>
            <a:srgbClr val="F26B43"/>
          </p15:clr>
        </p15:guide>
        <p15:guide id="59" orient="horz" pos="2917">
          <p15:clr>
            <a:srgbClr val="F26B43"/>
          </p15:clr>
        </p15:guide>
        <p15:guide id="60" orient="horz" pos="2980">
          <p15:clr>
            <a:srgbClr val="F26B43"/>
          </p15:clr>
        </p15:guide>
        <p15:guide id="61" orient="horz" pos="3311">
          <p15:clr>
            <a:srgbClr val="F26B43"/>
          </p15:clr>
        </p15:guide>
        <p15:guide id="62" orient="horz" pos="3375">
          <p15:clr>
            <a:srgbClr val="F26B43"/>
          </p15:clr>
        </p15:guide>
        <p15:guide id="63" orient="horz" pos="552">
          <p15:clr>
            <a:srgbClr val="F26B43"/>
          </p15:clr>
        </p15:guide>
        <p15:guide id="64" orient="horz" pos="613">
          <p15:clr>
            <a:srgbClr val="F26B43"/>
          </p15:clr>
        </p15:guide>
        <p15:guide id="65" orient="horz" pos="4098">
          <p15:clr>
            <a:srgbClr val="F26B43"/>
          </p15:clr>
        </p15:guide>
        <p15:guide id="66" orient="horz" pos="4320">
          <p15:clr>
            <a:srgbClr val="F26B43"/>
          </p15:clr>
        </p15:guide>
        <p15:guide id="67" orient="horz" pos="3706">
          <p15:clr>
            <a:srgbClr val="F26B43"/>
          </p15:clr>
        </p15:guide>
        <p15:guide id="68" orient="horz" pos="3768">
          <p15:clr>
            <a:srgbClr val="F26B43"/>
          </p15:clr>
        </p15:guide>
        <p15:guide id="69" pos="320">
          <p15:clr>
            <a:srgbClr val="F26B43"/>
          </p15:clr>
        </p15:guide>
        <p15:guide id="70" orient="horz" pos="285">
          <p15:clr>
            <a:srgbClr val="F26B43"/>
          </p15:clr>
        </p15:guide>
        <p15:guide id="71" pos="259">
          <p15:clr>
            <a:srgbClr val="F26B43"/>
          </p15:clr>
        </p15:guide>
        <p15:guide id="72" orient="horz" pos="403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sv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7D40D3-37D3-4A39-AB4B-BF047791C1A0}"/>
              </a:ext>
            </a:extLst>
          </p:cNvPr>
          <p:cNvSpPr>
            <a:spLocks noGrp="1"/>
          </p:cNvSpPr>
          <p:nvPr>
            <p:ph type="title"/>
          </p:nvPr>
        </p:nvSpPr>
        <p:spPr>
          <a:xfrm>
            <a:off x="2685989" y="1542541"/>
            <a:ext cx="6675120" cy="2310384"/>
          </a:xfrm>
        </p:spPr>
        <p:txBody>
          <a:bodyPr vert="horz" lIns="0" tIns="0" rIns="0" bIns="0" rtlCol="0" anchor="t">
            <a:normAutofit fontScale="90000"/>
          </a:bodyPr>
          <a:lstStyle/>
          <a:p>
            <a:pPr algn="ctr"/>
            <a:r>
              <a:rPr lang="en-US" sz="3700" kern="1200" baseline="0" dirty="0" err="1">
                <a:latin typeface="+mj-lt"/>
                <a:ea typeface="+mj-ea"/>
                <a:cs typeface="+mj-cs"/>
              </a:rPr>
              <a:t>FinSight</a:t>
            </a:r>
            <a:r>
              <a:rPr lang="en-US" sz="3700" kern="1200" baseline="0" dirty="0">
                <a:latin typeface="+mj-lt"/>
                <a:ea typeface="+mj-ea"/>
                <a:cs typeface="+mj-cs"/>
              </a:rPr>
              <a:t> AI Assistant</a:t>
            </a:r>
            <a:br>
              <a:rPr lang="en-US" sz="3700" kern="1200" baseline="0" dirty="0">
                <a:latin typeface="+mj-lt"/>
                <a:ea typeface="+mj-ea"/>
                <a:cs typeface="+mj-cs"/>
              </a:rPr>
            </a:br>
            <a:br>
              <a:rPr lang="en-US" sz="3700" kern="1200" baseline="0" dirty="0">
                <a:latin typeface="+mj-lt"/>
                <a:ea typeface="+mj-ea"/>
                <a:cs typeface="+mj-cs"/>
              </a:rPr>
            </a:br>
            <a:r>
              <a:rPr lang="en-IN" b="1" dirty="0"/>
              <a:t>AI-Powered Enterprise Finance Analytics Copilot</a:t>
            </a:r>
            <a:br>
              <a:rPr lang="en-IN" b="1" dirty="0"/>
            </a:br>
            <a:endParaRPr lang="en-US" sz="3700" kern="1200" baseline="0" dirty="0">
              <a:latin typeface="+mj-lt"/>
              <a:ea typeface="+mj-ea"/>
              <a:cs typeface="+mj-cs"/>
            </a:endParaRPr>
          </a:p>
        </p:txBody>
      </p:sp>
      <p:sp>
        <p:nvSpPr>
          <p:cNvPr id="5" name="Content Placeholder 9">
            <a:extLst>
              <a:ext uri="{FF2B5EF4-FFF2-40B4-BE49-F238E27FC236}">
                <a16:creationId xmlns:a16="http://schemas.microsoft.com/office/drawing/2014/main" id="{C18EF277-894D-0087-144F-8A6612F0E53C}"/>
              </a:ext>
            </a:extLst>
          </p:cNvPr>
          <p:cNvSpPr txBox="1">
            <a:spLocks/>
          </p:cNvSpPr>
          <p:nvPr/>
        </p:nvSpPr>
        <p:spPr>
          <a:xfrm>
            <a:off x="4527042" y="4410456"/>
            <a:ext cx="2763835" cy="1149349"/>
          </a:xfrm>
          <a:prstGeom prst="rect">
            <a:avLst/>
          </a:prstGeom>
        </p:spPr>
        <p:txBody>
          <a:bodyPr vert="horz" lIns="0" tIns="0" rIns="72000" bIns="0" rtlCol="0">
            <a:normAutofit/>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r>
              <a:rPr lang="en-US" sz="1700" dirty="0">
                <a:solidFill>
                  <a:schemeClr val="bg1"/>
                </a:solidFill>
                <a:latin typeface="+mn-lt"/>
                <a:ea typeface="+mn-ea"/>
                <a:cs typeface="+mn-cs"/>
              </a:rPr>
              <a:t>Presented By: </a:t>
            </a:r>
            <a:r>
              <a:rPr lang="en-US" sz="1700" dirty="0">
                <a:solidFill>
                  <a:schemeClr val="bg1"/>
                </a:solidFill>
                <a:latin typeface="+mn-lt"/>
              </a:rPr>
              <a:t>Mahima Bhatt</a:t>
            </a:r>
            <a:endParaRPr lang="en-US" sz="170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371B6368-A8A4-FEAA-3DDC-D99BF003CCC4}"/>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35084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7D40D3-37D3-4A39-AB4B-BF047791C1A0}"/>
              </a:ext>
            </a:extLst>
          </p:cNvPr>
          <p:cNvSpPr>
            <a:spLocks noGrp="1"/>
          </p:cNvSpPr>
          <p:nvPr>
            <p:ph type="title"/>
          </p:nvPr>
        </p:nvSpPr>
        <p:spPr>
          <a:xfrm>
            <a:off x="685798" y="682292"/>
            <a:ext cx="6248400" cy="1066013"/>
          </a:xfrm>
        </p:spPr>
        <p:txBody>
          <a:bodyPr/>
          <a:lstStyle/>
          <a:p>
            <a:r>
              <a:rPr lang="en-US" sz="5400"/>
              <a:t>About Me</a:t>
            </a:r>
          </a:p>
        </p:txBody>
      </p:sp>
      <p:sp>
        <p:nvSpPr>
          <p:cNvPr id="3" name="TextBox 2">
            <a:extLst>
              <a:ext uri="{FF2B5EF4-FFF2-40B4-BE49-F238E27FC236}">
                <a16:creationId xmlns:a16="http://schemas.microsoft.com/office/drawing/2014/main" id="{7080A7DF-D024-1FC4-0B53-AFF6AAB83C46}"/>
              </a:ext>
            </a:extLst>
          </p:cNvPr>
          <p:cNvSpPr txBox="1"/>
          <p:nvPr/>
        </p:nvSpPr>
        <p:spPr>
          <a:xfrm>
            <a:off x="4245934" y="1169580"/>
            <a:ext cx="45719" cy="45719"/>
          </a:xfrm>
          <a:prstGeom prst="rect">
            <a:avLst/>
          </a:prstGeom>
          <a:noFill/>
        </p:spPr>
        <p:txBody>
          <a:bodyPr wrap="none" lIns="0" tIns="0" rIns="0" bIns="0" rtlCol="0">
            <a:noAutofit/>
          </a:bodyPr>
          <a:lstStyle/>
          <a:p>
            <a:pPr algn="l"/>
            <a:endParaRPr lang="en-US"/>
          </a:p>
        </p:txBody>
      </p:sp>
      <p:sp>
        <p:nvSpPr>
          <p:cNvPr id="4" name="Content Placeholder 18">
            <a:extLst>
              <a:ext uri="{FF2B5EF4-FFF2-40B4-BE49-F238E27FC236}">
                <a16:creationId xmlns:a16="http://schemas.microsoft.com/office/drawing/2014/main" id="{12D0F345-8A61-A1CA-FB70-DD5895AED848}"/>
              </a:ext>
            </a:extLst>
          </p:cNvPr>
          <p:cNvSpPr txBox="1">
            <a:spLocks/>
          </p:cNvSpPr>
          <p:nvPr/>
        </p:nvSpPr>
        <p:spPr>
          <a:xfrm>
            <a:off x="6517112" y="4529804"/>
            <a:ext cx="3505200" cy="466812"/>
          </a:xfrm>
          <a:prstGeom prst="rect">
            <a:avLst/>
          </a:prstGeom>
        </p:spPr>
        <p:txBody>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spcBef>
                <a:spcPts val="912"/>
              </a:spcBef>
              <a:spcAft>
                <a:spcPts val="912"/>
              </a:spcAft>
            </a:pPr>
            <a:r>
              <a:rPr lang="en-US" sz="2000"/>
              <a:t>Corp DT ERP Platforms</a:t>
            </a:r>
          </a:p>
        </p:txBody>
      </p:sp>
      <p:sp>
        <p:nvSpPr>
          <p:cNvPr id="14" name="TextBox 13">
            <a:extLst>
              <a:ext uri="{FF2B5EF4-FFF2-40B4-BE49-F238E27FC236}">
                <a16:creationId xmlns:a16="http://schemas.microsoft.com/office/drawing/2014/main" id="{BC2A17BF-72AE-647F-21D1-6BC9EC6EAB41}"/>
              </a:ext>
            </a:extLst>
          </p:cNvPr>
          <p:cNvSpPr txBox="1"/>
          <p:nvPr/>
        </p:nvSpPr>
        <p:spPr>
          <a:xfrm>
            <a:off x="7045377" y="4946754"/>
            <a:ext cx="0" cy="0"/>
          </a:xfrm>
          <a:prstGeom prst="rect">
            <a:avLst/>
          </a:prstGeom>
          <a:noFill/>
        </p:spPr>
        <p:txBody>
          <a:bodyPr wrap="none" lIns="0" tIns="0" rIns="0" bIns="0" rtlCol="0">
            <a:noAutofit/>
          </a:bodyPr>
          <a:lstStyle/>
          <a:p>
            <a:pPr algn="l"/>
            <a:endParaRPr lang="en-US"/>
          </a:p>
        </p:txBody>
      </p:sp>
      <p:grpSp>
        <p:nvGrpSpPr>
          <p:cNvPr id="18" name="Group 17">
            <a:extLst>
              <a:ext uri="{FF2B5EF4-FFF2-40B4-BE49-F238E27FC236}">
                <a16:creationId xmlns:a16="http://schemas.microsoft.com/office/drawing/2014/main" id="{5FF4C1AA-938F-CC1B-310B-A7991067803D}"/>
              </a:ext>
            </a:extLst>
          </p:cNvPr>
          <p:cNvGrpSpPr/>
          <p:nvPr/>
        </p:nvGrpSpPr>
        <p:grpSpPr>
          <a:xfrm>
            <a:off x="5473998" y="1867632"/>
            <a:ext cx="4813002" cy="4040486"/>
            <a:chOff x="5470648" y="2133099"/>
            <a:chExt cx="4511552" cy="3787856"/>
          </a:xfrm>
        </p:grpSpPr>
        <p:grpSp>
          <p:nvGrpSpPr>
            <p:cNvPr id="5" name="Group 4">
              <a:extLst>
                <a:ext uri="{FF2B5EF4-FFF2-40B4-BE49-F238E27FC236}">
                  <a16:creationId xmlns:a16="http://schemas.microsoft.com/office/drawing/2014/main" id="{51730BF6-B269-0A27-CDA9-CCA5DAC8DE3B}"/>
                </a:ext>
              </a:extLst>
            </p:cNvPr>
            <p:cNvGrpSpPr/>
            <p:nvPr/>
          </p:nvGrpSpPr>
          <p:grpSpPr>
            <a:xfrm>
              <a:off x="5470648" y="2133099"/>
              <a:ext cx="4511552" cy="2948152"/>
              <a:chOff x="5470648" y="2133099"/>
              <a:chExt cx="4511552" cy="2948152"/>
            </a:xfrm>
          </p:grpSpPr>
          <p:pic>
            <p:nvPicPr>
              <p:cNvPr id="6" name="Graphic 5" descr="Graduation cap with solid fill">
                <a:extLst>
                  <a:ext uri="{FF2B5EF4-FFF2-40B4-BE49-F238E27FC236}">
                    <a16:creationId xmlns:a16="http://schemas.microsoft.com/office/drawing/2014/main" id="{E383DB58-536D-9507-B1B6-B803502A3E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73250" y="2807389"/>
                <a:ext cx="622749" cy="622749"/>
              </a:xfrm>
              <a:prstGeom prst="rect">
                <a:avLst/>
              </a:prstGeom>
            </p:spPr>
          </p:pic>
          <p:pic>
            <p:nvPicPr>
              <p:cNvPr id="7" name="Graphic 6" descr="Female Profile with solid fill">
                <a:extLst>
                  <a:ext uri="{FF2B5EF4-FFF2-40B4-BE49-F238E27FC236}">
                    <a16:creationId xmlns:a16="http://schemas.microsoft.com/office/drawing/2014/main" id="{5C88C952-619D-59FF-EBCF-02A33D2EB7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70648" y="2133099"/>
                <a:ext cx="583044" cy="583044"/>
              </a:xfrm>
              <a:prstGeom prst="rect">
                <a:avLst/>
              </a:prstGeom>
            </p:spPr>
          </p:pic>
          <p:sp>
            <p:nvSpPr>
              <p:cNvPr id="10" name="Content Placeholder 18">
                <a:extLst>
                  <a:ext uri="{FF2B5EF4-FFF2-40B4-BE49-F238E27FC236}">
                    <a16:creationId xmlns:a16="http://schemas.microsoft.com/office/drawing/2014/main" id="{40A183A3-C3A6-3A77-30C8-E86D3DD75E73}"/>
                  </a:ext>
                </a:extLst>
              </p:cNvPr>
              <p:cNvSpPr txBox="1">
                <a:spLocks/>
              </p:cNvSpPr>
              <p:nvPr/>
            </p:nvSpPr>
            <p:spPr>
              <a:xfrm>
                <a:off x="6477000" y="2241420"/>
                <a:ext cx="2160802" cy="466812"/>
              </a:xfrm>
              <a:prstGeom prst="rect">
                <a:avLst/>
              </a:prstGeom>
            </p:spPr>
            <p:txBody>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spcBef>
                    <a:spcPts val="912"/>
                  </a:spcBef>
                  <a:spcAft>
                    <a:spcPts val="912"/>
                  </a:spcAft>
                </a:pPr>
                <a:r>
                  <a:rPr lang="en-US" sz="2000"/>
                  <a:t>Mahima Bhatt </a:t>
                </a:r>
              </a:p>
            </p:txBody>
          </p:sp>
          <p:sp>
            <p:nvSpPr>
              <p:cNvPr id="11" name="Content Placeholder 18">
                <a:extLst>
                  <a:ext uri="{FF2B5EF4-FFF2-40B4-BE49-F238E27FC236}">
                    <a16:creationId xmlns:a16="http://schemas.microsoft.com/office/drawing/2014/main" id="{C12DE320-3D69-EA83-1AD2-56A101ED87AC}"/>
                  </a:ext>
                </a:extLst>
              </p:cNvPr>
              <p:cNvSpPr txBox="1">
                <a:spLocks/>
              </p:cNvSpPr>
              <p:nvPr/>
            </p:nvSpPr>
            <p:spPr>
              <a:xfrm>
                <a:off x="6477000" y="2982705"/>
                <a:ext cx="3505200" cy="466812"/>
              </a:xfrm>
              <a:prstGeom prst="rect">
                <a:avLst/>
              </a:prstGeom>
            </p:spPr>
            <p:txBody>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spcBef>
                    <a:spcPts val="912"/>
                  </a:spcBef>
                  <a:spcAft>
                    <a:spcPts val="912"/>
                  </a:spcAft>
                </a:pPr>
                <a:r>
                  <a:rPr lang="en-US" sz="2000"/>
                  <a:t>Texas A&amp;M University</a:t>
                </a:r>
              </a:p>
            </p:txBody>
          </p:sp>
          <p:pic>
            <p:nvPicPr>
              <p:cNvPr id="12" name="Graphic 11" descr="Work from home Wi-Fi with solid fill">
                <a:extLst>
                  <a:ext uri="{FF2B5EF4-FFF2-40B4-BE49-F238E27FC236}">
                    <a16:creationId xmlns:a16="http://schemas.microsoft.com/office/drawing/2014/main" id="{E5587275-2CE9-2FA7-7774-D846B7879B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96341" y="3644491"/>
                <a:ext cx="599658" cy="599658"/>
              </a:xfrm>
              <a:prstGeom prst="rect">
                <a:avLst/>
              </a:prstGeom>
            </p:spPr>
          </p:pic>
          <p:sp>
            <p:nvSpPr>
              <p:cNvPr id="13" name="Content Placeholder 18">
                <a:extLst>
                  <a:ext uri="{FF2B5EF4-FFF2-40B4-BE49-F238E27FC236}">
                    <a16:creationId xmlns:a16="http://schemas.microsoft.com/office/drawing/2014/main" id="{1DF4E8F0-6665-97F0-0266-A03596E1D485}"/>
                  </a:ext>
                </a:extLst>
              </p:cNvPr>
              <p:cNvSpPr txBox="1">
                <a:spLocks/>
              </p:cNvSpPr>
              <p:nvPr/>
            </p:nvSpPr>
            <p:spPr>
              <a:xfrm>
                <a:off x="6477000" y="3805762"/>
                <a:ext cx="3505200" cy="466812"/>
              </a:xfrm>
              <a:prstGeom prst="rect">
                <a:avLst/>
              </a:prstGeom>
            </p:spPr>
            <p:txBody>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spcBef>
                    <a:spcPts val="912"/>
                  </a:spcBef>
                  <a:spcAft>
                    <a:spcPts val="912"/>
                  </a:spcAft>
                </a:pPr>
                <a:r>
                  <a:rPr lang="en-US" sz="2000"/>
                  <a:t>India</a:t>
                </a:r>
              </a:p>
            </p:txBody>
          </p:sp>
          <p:pic>
            <p:nvPicPr>
              <p:cNvPr id="9" name="Graphic 8" descr="Users with solid fill">
                <a:extLst>
                  <a:ext uri="{FF2B5EF4-FFF2-40B4-BE49-F238E27FC236}">
                    <a16:creationId xmlns:a16="http://schemas.microsoft.com/office/drawing/2014/main" id="{20D12BE5-4756-13D5-F38A-E7DF7C12A9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01103" y="4458502"/>
                <a:ext cx="622749" cy="622749"/>
              </a:xfrm>
              <a:prstGeom prst="rect">
                <a:avLst/>
              </a:prstGeom>
            </p:spPr>
          </p:pic>
        </p:grpSp>
        <p:sp>
          <p:nvSpPr>
            <p:cNvPr id="15" name="Content Placeholder 18">
              <a:extLst>
                <a:ext uri="{FF2B5EF4-FFF2-40B4-BE49-F238E27FC236}">
                  <a16:creationId xmlns:a16="http://schemas.microsoft.com/office/drawing/2014/main" id="{B3ED29F3-A9F5-9939-552D-1FBA987E72FF}"/>
                </a:ext>
              </a:extLst>
            </p:cNvPr>
            <p:cNvSpPr txBox="1">
              <a:spLocks/>
            </p:cNvSpPr>
            <p:nvPr/>
          </p:nvSpPr>
          <p:spPr>
            <a:xfrm>
              <a:off x="6448429" y="5423377"/>
              <a:ext cx="3505200" cy="369805"/>
            </a:xfrm>
            <a:prstGeom prst="rect">
              <a:avLst/>
            </a:prstGeom>
          </p:spPr>
          <p:txBody>
            <a:bodyPr/>
            <a:lst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spcBef>
                  <a:spcPts val="912"/>
                </a:spcBef>
                <a:spcAft>
                  <a:spcPts val="912"/>
                </a:spcAft>
              </a:pPr>
              <a:r>
                <a:rPr lang="en-US" sz="2000"/>
                <a:t>Mr. Kiran </a:t>
              </a:r>
              <a:r>
                <a:rPr lang="en-US" sz="2000" err="1"/>
                <a:t>Goppisetti</a:t>
              </a:r>
              <a:endParaRPr lang="en-US" sz="2000"/>
            </a:p>
          </p:txBody>
        </p:sp>
        <p:pic>
          <p:nvPicPr>
            <p:cNvPr id="17" name="Graphic 16" descr="Management with solid fill">
              <a:extLst>
                <a:ext uri="{FF2B5EF4-FFF2-40B4-BE49-F238E27FC236}">
                  <a16:creationId xmlns:a16="http://schemas.microsoft.com/office/drawing/2014/main" id="{E3B74F2D-A72A-109E-19AD-EA4360FE69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99801" y="5295605"/>
              <a:ext cx="625351" cy="625350"/>
            </a:xfrm>
            <a:prstGeom prst="rect">
              <a:avLst/>
            </a:prstGeom>
          </p:spPr>
        </p:pic>
      </p:grpSp>
      <p:pic>
        <p:nvPicPr>
          <p:cNvPr id="16" name="Picture 15" descr="A person with long black hair&#10;&#10;AI-generated content may be incorrect.">
            <a:extLst>
              <a:ext uri="{FF2B5EF4-FFF2-40B4-BE49-F238E27FC236}">
                <a16:creationId xmlns:a16="http://schemas.microsoft.com/office/drawing/2014/main" id="{59A65B80-14E0-F2C9-B1FC-22FFD3E2689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283" y="1919271"/>
            <a:ext cx="3535675" cy="3963110"/>
          </a:xfrm>
          <a:prstGeom prst="rect">
            <a:avLst/>
          </a:prstGeom>
        </p:spPr>
      </p:pic>
      <p:sp>
        <p:nvSpPr>
          <p:cNvPr id="2" name="Rectangle 1">
            <a:extLst>
              <a:ext uri="{FF2B5EF4-FFF2-40B4-BE49-F238E27FC236}">
                <a16:creationId xmlns:a16="http://schemas.microsoft.com/office/drawing/2014/main" id="{BBCA7C3C-E6D9-1CD2-2E62-CAB7424AE223}"/>
              </a:ext>
            </a:extLst>
          </p:cNvPr>
          <p:cNvSpPr/>
          <p:nvPr/>
        </p:nvSpPr>
        <p:spPr>
          <a:xfrm>
            <a:off x="6547592" y="537735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19" name="Rectangle 18">
            <a:extLst>
              <a:ext uri="{FF2B5EF4-FFF2-40B4-BE49-F238E27FC236}">
                <a16:creationId xmlns:a16="http://schemas.microsoft.com/office/drawing/2014/main" id="{AAB593AB-E523-042A-92A9-EE5A796FD922}"/>
              </a:ext>
            </a:extLst>
          </p:cNvPr>
          <p:cNvSpPr/>
          <p:nvPr/>
        </p:nvSpPr>
        <p:spPr>
          <a:xfrm>
            <a:off x="6517112" y="4529804"/>
            <a:ext cx="2480584" cy="353092"/>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21" name="Rectangle 20">
            <a:extLst>
              <a:ext uri="{FF2B5EF4-FFF2-40B4-BE49-F238E27FC236}">
                <a16:creationId xmlns:a16="http://schemas.microsoft.com/office/drawing/2014/main" id="{FB8D2DB1-2EEA-666B-E56C-4AF5B7843657}"/>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70107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7D40D3-37D3-4A39-AB4B-BF047791C1A0}"/>
              </a:ext>
            </a:extLst>
          </p:cNvPr>
          <p:cNvSpPr>
            <a:spLocks noGrp="1"/>
          </p:cNvSpPr>
          <p:nvPr>
            <p:ph type="title"/>
          </p:nvPr>
        </p:nvSpPr>
        <p:spPr>
          <a:xfrm>
            <a:off x="685800" y="686587"/>
            <a:ext cx="2514600" cy="1066013"/>
          </a:xfrm>
        </p:spPr>
        <p:txBody>
          <a:bodyPr/>
          <a:lstStyle/>
          <a:p>
            <a:r>
              <a:rPr lang="en-US" sz="5400"/>
              <a:t>Agenda</a:t>
            </a:r>
          </a:p>
        </p:txBody>
      </p:sp>
      <p:sp>
        <p:nvSpPr>
          <p:cNvPr id="3" name="TextBox 2">
            <a:extLst>
              <a:ext uri="{FF2B5EF4-FFF2-40B4-BE49-F238E27FC236}">
                <a16:creationId xmlns:a16="http://schemas.microsoft.com/office/drawing/2014/main" id="{7080A7DF-D024-1FC4-0B53-AFF6AAB83C46}"/>
              </a:ext>
            </a:extLst>
          </p:cNvPr>
          <p:cNvSpPr txBox="1"/>
          <p:nvPr/>
        </p:nvSpPr>
        <p:spPr>
          <a:xfrm>
            <a:off x="4245934" y="1169580"/>
            <a:ext cx="45719" cy="45719"/>
          </a:xfrm>
          <a:prstGeom prst="rect">
            <a:avLst/>
          </a:prstGeom>
          <a:noFill/>
        </p:spPr>
        <p:txBody>
          <a:bodyPr wrap="none" lIns="0" tIns="0" rIns="0" bIns="0" rtlCol="0">
            <a:noAutofit/>
          </a:bodyPr>
          <a:lstStyle/>
          <a:p>
            <a:pPr algn="l"/>
            <a:endParaRPr lang="en-US"/>
          </a:p>
        </p:txBody>
      </p:sp>
      <p:pic>
        <p:nvPicPr>
          <p:cNvPr id="2" name="Picture Placeholder 6">
            <a:extLst>
              <a:ext uri="{FF2B5EF4-FFF2-40B4-BE49-F238E27FC236}">
                <a16:creationId xmlns:a16="http://schemas.microsoft.com/office/drawing/2014/main" id="{5ABBDD84-AC08-5E66-E74C-49D144B5A630}"/>
              </a:ext>
            </a:extLst>
          </p:cNvPr>
          <p:cNvPicPr>
            <a:picLocks noChangeAspect="1"/>
          </p:cNvPicPr>
          <p:nvPr/>
        </p:nvPicPr>
        <p:blipFill>
          <a:blip r:embed="rId3">
            <a:extLst>
              <a:ext uri="{28A0092B-C50C-407E-A947-70E740481C1C}">
                <a14:useLocalDpi xmlns:a14="http://schemas.microsoft.com/office/drawing/2010/main" val="0"/>
              </a:ext>
            </a:extLst>
          </a:blip>
          <a:srcRect l="24568" r="24568"/>
          <a:stretch>
            <a:fillRect/>
          </a:stretch>
        </p:blipFill>
        <p:spPr>
          <a:xfrm>
            <a:off x="685800" y="1534287"/>
            <a:ext cx="6605572" cy="4701498"/>
          </a:xfrm>
          <a:prstGeom prst="rect">
            <a:avLst/>
          </a:prstGeom>
        </p:spPr>
      </p:pic>
      <p:sp>
        <p:nvSpPr>
          <p:cNvPr id="5" name="Text Placeholder 2">
            <a:extLst>
              <a:ext uri="{FF2B5EF4-FFF2-40B4-BE49-F238E27FC236}">
                <a16:creationId xmlns:a16="http://schemas.microsoft.com/office/drawing/2014/main" id="{DEAD4EC9-7788-B299-4142-C03C4C9F3AB5}"/>
              </a:ext>
            </a:extLst>
          </p:cNvPr>
          <p:cNvSpPr>
            <a:spLocks noGrp="1"/>
          </p:cNvSpPr>
          <p:nvPr>
            <p:ph type="body" sz="quarter" idx="10"/>
          </p:nvPr>
        </p:nvSpPr>
        <p:spPr>
          <a:xfrm>
            <a:off x="8452104" y="2253381"/>
            <a:ext cx="3144837" cy="3263310"/>
          </a:xfrm>
        </p:spPr>
        <p:txBody>
          <a:bodyPr/>
          <a:lstStyle/>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Week overview</a:t>
            </a:r>
          </a:p>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Problem statement </a:t>
            </a:r>
          </a:p>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Process summary</a:t>
            </a:r>
          </a:p>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Solution Breakdown</a:t>
            </a:r>
          </a:p>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Conclusion</a:t>
            </a:r>
          </a:p>
          <a:p>
            <a:pPr marL="342900" indent="-342900" algn="just">
              <a:spcBef>
                <a:spcPts val="1008"/>
              </a:spcBef>
              <a:spcAft>
                <a:spcPts val="1008"/>
              </a:spcAft>
              <a:buFont typeface="+mj-lt"/>
              <a:buAutoNum type="arabicPeriod"/>
            </a:pPr>
            <a:r>
              <a:rPr lang="en-US" sz="1800" dirty="0">
                <a:solidFill>
                  <a:schemeClr val="accent6"/>
                </a:solidFill>
                <a:latin typeface="Calibre Light" panose="020B0303030202060203" pitchFamily="34" charset="0"/>
                <a:ea typeface="+mn-ea"/>
                <a:cs typeface="+mn-cs"/>
              </a:rPr>
              <a:t>Key takeaways</a:t>
            </a:r>
            <a:endParaRPr lang="en-US" sz="1800" dirty="0">
              <a:solidFill>
                <a:schemeClr val="accent6"/>
              </a:solidFill>
            </a:endParaRPr>
          </a:p>
        </p:txBody>
      </p:sp>
      <p:sp>
        <p:nvSpPr>
          <p:cNvPr id="6" name="Rectangle 5">
            <a:extLst>
              <a:ext uri="{FF2B5EF4-FFF2-40B4-BE49-F238E27FC236}">
                <a16:creationId xmlns:a16="http://schemas.microsoft.com/office/drawing/2014/main" id="{367EC25F-CAAE-833F-90F2-2AED15DF570B}"/>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61385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7D40D3-37D3-4A39-AB4B-BF047791C1A0}"/>
              </a:ext>
            </a:extLst>
          </p:cNvPr>
          <p:cNvSpPr>
            <a:spLocks noGrp="1"/>
          </p:cNvSpPr>
          <p:nvPr>
            <p:ph type="title"/>
          </p:nvPr>
        </p:nvSpPr>
        <p:spPr>
          <a:xfrm>
            <a:off x="329184" y="808782"/>
            <a:ext cx="6248400" cy="1066013"/>
          </a:xfrm>
        </p:spPr>
        <p:txBody>
          <a:bodyPr/>
          <a:lstStyle/>
          <a:p>
            <a:r>
              <a:rPr lang="en-US" sz="5400" dirty="0"/>
              <a:t>Problem Statement</a:t>
            </a:r>
          </a:p>
        </p:txBody>
      </p:sp>
      <p:sp>
        <p:nvSpPr>
          <p:cNvPr id="3" name="TextBox 2">
            <a:extLst>
              <a:ext uri="{FF2B5EF4-FFF2-40B4-BE49-F238E27FC236}">
                <a16:creationId xmlns:a16="http://schemas.microsoft.com/office/drawing/2014/main" id="{7080A7DF-D024-1FC4-0B53-AFF6AAB83C46}"/>
              </a:ext>
            </a:extLst>
          </p:cNvPr>
          <p:cNvSpPr txBox="1"/>
          <p:nvPr/>
        </p:nvSpPr>
        <p:spPr>
          <a:xfrm>
            <a:off x="4245934" y="1169580"/>
            <a:ext cx="45719" cy="45719"/>
          </a:xfrm>
          <a:prstGeom prst="rect">
            <a:avLst/>
          </a:prstGeom>
          <a:noFill/>
        </p:spPr>
        <p:txBody>
          <a:bodyPr wrap="none" lIns="0" tIns="0" rIns="0" bIns="0" rtlCol="0">
            <a:noAutofit/>
          </a:bodyPr>
          <a:lstStyle/>
          <a:p>
            <a:pPr algn="l"/>
            <a:endParaRPr lang="en-US"/>
          </a:p>
        </p:txBody>
      </p:sp>
      <p:sp>
        <p:nvSpPr>
          <p:cNvPr id="25" name="Title 8">
            <a:extLst>
              <a:ext uri="{FF2B5EF4-FFF2-40B4-BE49-F238E27FC236}">
                <a16:creationId xmlns:a16="http://schemas.microsoft.com/office/drawing/2014/main" id="{9FC3AF89-CC28-C4BF-5E6F-987DA79914BF}"/>
              </a:ext>
            </a:extLst>
          </p:cNvPr>
          <p:cNvSpPr txBox="1">
            <a:spLocks/>
          </p:cNvSpPr>
          <p:nvPr/>
        </p:nvSpPr>
        <p:spPr>
          <a:xfrm>
            <a:off x="914400" y="2489151"/>
            <a:ext cx="10405872" cy="1281190"/>
          </a:xfrm>
          <a:prstGeom prst="rect">
            <a:avLst/>
          </a:prstGeom>
        </p:spPr>
        <p:txBody>
          <a:bodyPr vert="horz" lIns="0" tIns="0" rIns="0" bIns="0" rtlCol="0" anchor="t">
            <a:noAutofit/>
          </a:bodyPr>
          <a:lstStyle>
            <a:lvl1pPr eaLnBrk="1" hangingPunct="1">
              <a:lnSpc>
                <a:spcPct val="80000"/>
              </a:lnSpc>
              <a:defRPr sz="9600" kern="1200" baseline="0">
                <a:solidFill>
                  <a:schemeClr val="accent6"/>
                </a:solidFill>
                <a:latin typeface="+mj-lt"/>
                <a:ea typeface="+mj-ea"/>
                <a:cs typeface="+mj-cs"/>
              </a:defRPr>
            </a:lvl1pPr>
          </a:lstStyle>
          <a:p>
            <a:pPr algn="ctr">
              <a:lnSpc>
                <a:spcPct val="100000"/>
              </a:lnSpc>
              <a:spcBef>
                <a:spcPts val="0"/>
              </a:spcBef>
              <a:spcAft>
                <a:spcPts val="0"/>
              </a:spcAft>
            </a:pPr>
            <a:r>
              <a:rPr lang="en-US" sz="3600" dirty="0"/>
              <a:t>Work Order and Supplier data remains buried in manual SQL — limiting finance agility</a:t>
            </a:r>
            <a:endParaRPr lang="en-US" sz="3600" dirty="0">
              <a:solidFill>
                <a:srgbClr val="435254"/>
              </a:solidFill>
            </a:endParaRPr>
          </a:p>
        </p:txBody>
      </p:sp>
      <p:pic>
        <p:nvPicPr>
          <p:cNvPr id="29" name="Graphic 28" descr="Open quotation mark outline">
            <a:extLst>
              <a:ext uri="{FF2B5EF4-FFF2-40B4-BE49-F238E27FC236}">
                <a16:creationId xmlns:a16="http://schemas.microsoft.com/office/drawing/2014/main" id="{B8B31B1D-1EA6-57EE-12BB-ED7BE99CF2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11134725" y="5495925"/>
            <a:ext cx="914400" cy="914400"/>
          </a:xfrm>
          <a:prstGeom prst="rect">
            <a:avLst/>
          </a:prstGeom>
        </p:spPr>
      </p:pic>
      <p:pic>
        <p:nvPicPr>
          <p:cNvPr id="31" name="Graphic 30" descr="Open quotation mark outline">
            <a:extLst>
              <a:ext uri="{FF2B5EF4-FFF2-40B4-BE49-F238E27FC236}">
                <a16:creationId xmlns:a16="http://schemas.microsoft.com/office/drawing/2014/main" id="{BBBA4807-E679-5DE4-CE7F-AAA7F5F863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448819"/>
            <a:ext cx="914400" cy="914400"/>
          </a:xfrm>
          <a:prstGeom prst="rect">
            <a:avLst/>
          </a:prstGeom>
        </p:spPr>
      </p:pic>
      <p:pic>
        <p:nvPicPr>
          <p:cNvPr id="1026" name="Picture 2">
            <a:extLst>
              <a:ext uri="{FF2B5EF4-FFF2-40B4-BE49-F238E27FC236}">
                <a16:creationId xmlns:a16="http://schemas.microsoft.com/office/drawing/2014/main" id="{588F2EF0-73F3-7392-7C90-B312157F0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184" y="4057015"/>
            <a:ext cx="2823972" cy="235331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866C409-6149-6BAA-A179-B0ADFA19DE30}"/>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78044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87D40D3-37D3-4A39-AB4B-BF047791C1A0}"/>
              </a:ext>
            </a:extLst>
          </p:cNvPr>
          <p:cNvSpPr>
            <a:spLocks noGrp="1"/>
          </p:cNvSpPr>
          <p:nvPr>
            <p:ph type="title"/>
          </p:nvPr>
        </p:nvSpPr>
        <p:spPr>
          <a:xfrm>
            <a:off x="685800" y="682292"/>
            <a:ext cx="6248400" cy="1066013"/>
          </a:xfrm>
        </p:spPr>
        <p:txBody>
          <a:bodyPr/>
          <a:lstStyle/>
          <a:p>
            <a:r>
              <a:rPr lang="en-US" sz="5400"/>
              <a:t>Timeline</a:t>
            </a:r>
          </a:p>
        </p:txBody>
      </p:sp>
      <p:sp>
        <p:nvSpPr>
          <p:cNvPr id="3" name="TextBox 2">
            <a:extLst>
              <a:ext uri="{FF2B5EF4-FFF2-40B4-BE49-F238E27FC236}">
                <a16:creationId xmlns:a16="http://schemas.microsoft.com/office/drawing/2014/main" id="{7080A7DF-D024-1FC4-0B53-AFF6AAB83C46}"/>
              </a:ext>
            </a:extLst>
          </p:cNvPr>
          <p:cNvSpPr txBox="1"/>
          <p:nvPr/>
        </p:nvSpPr>
        <p:spPr>
          <a:xfrm>
            <a:off x="4245934" y="1169580"/>
            <a:ext cx="45719" cy="45719"/>
          </a:xfrm>
          <a:prstGeom prst="rect">
            <a:avLst/>
          </a:prstGeom>
          <a:noFill/>
        </p:spPr>
        <p:txBody>
          <a:bodyPr wrap="none" lIns="0" tIns="0" rIns="0" bIns="0" rtlCol="0">
            <a:noAutofit/>
          </a:bodyPr>
          <a:lstStyle/>
          <a:p>
            <a:pPr algn="l"/>
            <a:endParaRPr lang="en-US"/>
          </a:p>
        </p:txBody>
      </p:sp>
      <p:pic>
        <p:nvPicPr>
          <p:cNvPr id="12" name="Picture 11">
            <a:extLst>
              <a:ext uri="{FF2B5EF4-FFF2-40B4-BE49-F238E27FC236}">
                <a16:creationId xmlns:a16="http://schemas.microsoft.com/office/drawing/2014/main" id="{028E932A-8D79-BE73-7134-55FE30F2ACE4}"/>
              </a:ext>
            </a:extLst>
          </p:cNvPr>
          <p:cNvPicPr>
            <a:picLocks noChangeAspect="1"/>
          </p:cNvPicPr>
          <p:nvPr/>
        </p:nvPicPr>
        <p:blipFill>
          <a:blip r:embed="rId3"/>
          <a:srcRect l="3126" t="18250" r="6875" b="20750"/>
          <a:stretch>
            <a:fillRect/>
          </a:stretch>
        </p:blipFill>
        <p:spPr>
          <a:xfrm>
            <a:off x="212939" y="1805201"/>
            <a:ext cx="11766121" cy="3987411"/>
          </a:xfrm>
          <a:prstGeom prst="rect">
            <a:avLst/>
          </a:prstGeom>
        </p:spPr>
      </p:pic>
      <p:sp>
        <p:nvSpPr>
          <p:cNvPr id="4" name="Rectangle 3">
            <a:extLst>
              <a:ext uri="{FF2B5EF4-FFF2-40B4-BE49-F238E27FC236}">
                <a16:creationId xmlns:a16="http://schemas.microsoft.com/office/drawing/2014/main" id="{BD0514FE-8FB0-E4DD-1EE2-019DE130C453}"/>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164944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71302-3D4B-2494-2F32-2CB0A6E4745C}"/>
            </a:ext>
          </a:extLst>
        </p:cNvPr>
        <p:cNvGrpSpPr/>
        <p:nvPr/>
      </p:nvGrpSpPr>
      <p:grpSpPr>
        <a:xfrm>
          <a:off x="0" y="0"/>
          <a:ext cx="0" cy="0"/>
          <a:chOff x="0" y="0"/>
          <a:chExt cx="0" cy="0"/>
        </a:xfrm>
      </p:grpSpPr>
      <p:sp>
        <p:nvSpPr>
          <p:cNvPr id="109" name="Title 3">
            <a:extLst>
              <a:ext uri="{FF2B5EF4-FFF2-40B4-BE49-F238E27FC236}">
                <a16:creationId xmlns:a16="http://schemas.microsoft.com/office/drawing/2014/main" id="{EBCCB1E8-7F0A-533D-2E45-3A86B8533728}"/>
              </a:ext>
            </a:extLst>
          </p:cNvPr>
          <p:cNvSpPr txBox="1">
            <a:spLocks/>
          </p:cNvSpPr>
          <p:nvPr/>
        </p:nvSpPr>
        <p:spPr>
          <a:xfrm>
            <a:off x="304800" y="838200"/>
            <a:ext cx="6827520" cy="747694"/>
          </a:xfrm>
          <a:prstGeom prst="rect">
            <a:avLst/>
          </a:prstGeom>
        </p:spPr>
        <p:txBody>
          <a:bodyPr vert="horz" lIns="0" tIns="0" rIns="0" bIns="0" rtlCol="0" anchor="t">
            <a:noAutofit/>
          </a:bodyPr>
          <a:lstStyle>
            <a:lvl1pPr eaLnBrk="1" hangingPunct="1">
              <a:lnSpc>
                <a:spcPct val="85000"/>
              </a:lnSpc>
              <a:defRPr sz="5400" kern="1200" baseline="0">
                <a:solidFill>
                  <a:schemeClr val="accent6"/>
                </a:solidFill>
                <a:latin typeface="+mj-lt"/>
                <a:ea typeface="+mj-ea"/>
                <a:cs typeface="+mj-cs"/>
              </a:defRPr>
            </a:lvl1pPr>
          </a:lstStyle>
          <a:p>
            <a:pPr>
              <a:spcBef>
                <a:spcPts val="0"/>
              </a:spcBef>
              <a:spcAft>
                <a:spcPts val="0"/>
              </a:spcAft>
            </a:pPr>
            <a:r>
              <a:rPr lang="en-US" dirty="0"/>
              <a:t>Architecture Overview</a:t>
            </a:r>
          </a:p>
        </p:txBody>
      </p:sp>
      <p:sp>
        <p:nvSpPr>
          <p:cNvPr id="4" name="TextBox 3">
            <a:extLst>
              <a:ext uri="{FF2B5EF4-FFF2-40B4-BE49-F238E27FC236}">
                <a16:creationId xmlns:a16="http://schemas.microsoft.com/office/drawing/2014/main" id="{2C9E4435-0296-8C33-6E9B-0DC8FBFF5FE2}"/>
              </a:ext>
            </a:extLst>
          </p:cNvPr>
          <p:cNvSpPr txBox="1"/>
          <p:nvPr/>
        </p:nvSpPr>
        <p:spPr>
          <a:xfrm>
            <a:off x="11079956" y="528638"/>
            <a:ext cx="0" cy="0"/>
          </a:xfrm>
          <a:prstGeom prst="rect">
            <a:avLst/>
          </a:prstGeom>
          <a:noFill/>
        </p:spPr>
        <p:txBody>
          <a:bodyPr wrap="none" lIns="0" tIns="0" rIns="0" bIns="0" rtlCol="0">
            <a:noAutofit/>
          </a:bodyPr>
          <a:lstStyle/>
          <a:p>
            <a:pPr algn="l"/>
            <a:endParaRPr lang="en-US"/>
          </a:p>
        </p:txBody>
      </p:sp>
      <p:sp>
        <p:nvSpPr>
          <p:cNvPr id="5" name="Text Placeholder 2">
            <a:extLst>
              <a:ext uri="{FF2B5EF4-FFF2-40B4-BE49-F238E27FC236}">
                <a16:creationId xmlns:a16="http://schemas.microsoft.com/office/drawing/2014/main" id="{42E3882A-EF35-54F4-D683-543403802F88}"/>
              </a:ext>
            </a:extLst>
          </p:cNvPr>
          <p:cNvSpPr txBox="1">
            <a:spLocks/>
          </p:cNvSpPr>
          <p:nvPr/>
        </p:nvSpPr>
        <p:spPr>
          <a:xfrm>
            <a:off x="3352800" y="5008235"/>
            <a:ext cx="6172200" cy="1105697"/>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just">
              <a:spcBef>
                <a:spcPts val="1008"/>
              </a:spcBef>
              <a:spcAft>
                <a:spcPts val="1008"/>
              </a:spcAft>
            </a:pPr>
            <a:endParaRPr lang="en-US" sz="1600">
              <a:solidFill>
                <a:schemeClr val="accent6"/>
              </a:solidFill>
              <a:latin typeface="Calibre Light" panose="020B0303030202060203" pitchFamily="34" charset="0"/>
              <a:cs typeface="+mn-cs"/>
            </a:endParaRPr>
          </a:p>
        </p:txBody>
      </p:sp>
      <p:pic>
        <p:nvPicPr>
          <p:cNvPr id="3" name="Picture 2" descr="A diagram of a software development&#10;&#10;AI-generated content may be incorrect.">
            <a:extLst>
              <a:ext uri="{FF2B5EF4-FFF2-40B4-BE49-F238E27FC236}">
                <a16:creationId xmlns:a16="http://schemas.microsoft.com/office/drawing/2014/main" id="{84ED6E25-72FA-2128-1DAF-88193381E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944" y="1705282"/>
            <a:ext cx="9177528" cy="4860110"/>
          </a:xfrm>
          <a:prstGeom prst="rect">
            <a:avLst/>
          </a:prstGeom>
        </p:spPr>
      </p:pic>
      <p:sp>
        <p:nvSpPr>
          <p:cNvPr id="6" name="Rectangle 5">
            <a:extLst>
              <a:ext uri="{FF2B5EF4-FFF2-40B4-BE49-F238E27FC236}">
                <a16:creationId xmlns:a16="http://schemas.microsoft.com/office/drawing/2014/main" id="{4BB8FC00-6F16-D91A-EF54-588191B8BEC1}"/>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379108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A61D-8ABF-1689-8DA6-39F127451D9F}"/>
            </a:ext>
          </a:extLst>
        </p:cNvPr>
        <p:cNvGrpSpPr/>
        <p:nvPr/>
      </p:nvGrpSpPr>
      <p:grpSpPr>
        <a:xfrm>
          <a:off x="0" y="0"/>
          <a:ext cx="0" cy="0"/>
          <a:chOff x="0" y="0"/>
          <a:chExt cx="0" cy="0"/>
        </a:xfrm>
      </p:grpSpPr>
      <p:sp>
        <p:nvSpPr>
          <p:cNvPr id="109" name="Title 3">
            <a:extLst>
              <a:ext uri="{FF2B5EF4-FFF2-40B4-BE49-F238E27FC236}">
                <a16:creationId xmlns:a16="http://schemas.microsoft.com/office/drawing/2014/main" id="{B4A3AAF3-F3FC-231B-4FD1-216A22017452}"/>
              </a:ext>
            </a:extLst>
          </p:cNvPr>
          <p:cNvSpPr txBox="1">
            <a:spLocks/>
          </p:cNvSpPr>
          <p:nvPr/>
        </p:nvSpPr>
        <p:spPr>
          <a:xfrm>
            <a:off x="304800" y="838200"/>
            <a:ext cx="6406896" cy="747694"/>
          </a:xfrm>
          <a:prstGeom prst="rect">
            <a:avLst/>
          </a:prstGeom>
        </p:spPr>
        <p:txBody>
          <a:bodyPr vert="horz" lIns="0" tIns="0" rIns="0" bIns="0" rtlCol="0" anchor="t">
            <a:noAutofit/>
          </a:bodyPr>
          <a:lstStyle>
            <a:lvl1pPr eaLnBrk="1" hangingPunct="1">
              <a:lnSpc>
                <a:spcPct val="85000"/>
              </a:lnSpc>
              <a:defRPr sz="5400" kern="1200" baseline="0">
                <a:solidFill>
                  <a:schemeClr val="accent6"/>
                </a:solidFill>
                <a:latin typeface="+mj-lt"/>
                <a:ea typeface="+mj-ea"/>
                <a:cs typeface="+mj-cs"/>
              </a:defRPr>
            </a:lvl1pPr>
          </a:lstStyle>
          <a:p>
            <a:pPr>
              <a:spcBef>
                <a:spcPts val="0"/>
              </a:spcBef>
              <a:spcAft>
                <a:spcPts val="0"/>
              </a:spcAft>
            </a:pPr>
            <a:r>
              <a:rPr lang="en-US" dirty="0"/>
              <a:t>Architecture Overview</a:t>
            </a:r>
          </a:p>
        </p:txBody>
      </p:sp>
      <p:sp>
        <p:nvSpPr>
          <p:cNvPr id="4" name="TextBox 3">
            <a:extLst>
              <a:ext uri="{FF2B5EF4-FFF2-40B4-BE49-F238E27FC236}">
                <a16:creationId xmlns:a16="http://schemas.microsoft.com/office/drawing/2014/main" id="{918D381E-6E97-2A4C-CE81-70F4692D5C5A}"/>
              </a:ext>
            </a:extLst>
          </p:cNvPr>
          <p:cNvSpPr txBox="1"/>
          <p:nvPr/>
        </p:nvSpPr>
        <p:spPr>
          <a:xfrm>
            <a:off x="11079956" y="528638"/>
            <a:ext cx="0" cy="0"/>
          </a:xfrm>
          <a:prstGeom prst="rect">
            <a:avLst/>
          </a:prstGeom>
          <a:noFill/>
        </p:spPr>
        <p:txBody>
          <a:bodyPr wrap="none" lIns="0" tIns="0" rIns="0" bIns="0" rtlCol="0">
            <a:noAutofit/>
          </a:bodyPr>
          <a:lstStyle/>
          <a:p>
            <a:pPr algn="l"/>
            <a:endParaRPr lang="en-US"/>
          </a:p>
        </p:txBody>
      </p:sp>
      <p:sp>
        <p:nvSpPr>
          <p:cNvPr id="5" name="Text Placeholder 2">
            <a:extLst>
              <a:ext uri="{FF2B5EF4-FFF2-40B4-BE49-F238E27FC236}">
                <a16:creationId xmlns:a16="http://schemas.microsoft.com/office/drawing/2014/main" id="{E5678EFF-932E-6A9D-136E-72E7441176FB}"/>
              </a:ext>
            </a:extLst>
          </p:cNvPr>
          <p:cNvSpPr txBox="1">
            <a:spLocks/>
          </p:cNvSpPr>
          <p:nvPr/>
        </p:nvSpPr>
        <p:spPr>
          <a:xfrm>
            <a:off x="3352800" y="5008235"/>
            <a:ext cx="6172200" cy="1105697"/>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just">
              <a:spcBef>
                <a:spcPts val="1008"/>
              </a:spcBef>
              <a:spcAft>
                <a:spcPts val="1008"/>
              </a:spcAft>
            </a:pPr>
            <a:endParaRPr lang="en-US" sz="1600">
              <a:solidFill>
                <a:schemeClr val="accent6"/>
              </a:solidFill>
              <a:latin typeface="Calibre Light" panose="020B0303030202060203" pitchFamily="34" charset="0"/>
              <a:cs typeface="+mn-cs"/>
            </a:endParaRPr>
          </a:p>
        </p:txBody>
      </p:sp>
      <p:pic>
        <p:nvPicPr>
          <p:cNvPr id="6" name="Picture 5" descr="A diagram of a software development&#10;&#10;AI-generated content may be incorrect.">
            <a:extLst>
              <a:ext uri="{FF2B5EF4-FFF2-40B4-BE49-F238E27FC236}">
                <a16:creationId xmlns:a16="http://schemas.microsoft.com/office/drawing/2014/main" id="{8CBE4C13-3386-C221-855B-D4FD5740A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8176" y="1494453"/>
            <a:ext cx="9213670" cy="5184193"/>
          </a:xfrm>
          <a:prstGeom prst="rect">
            <a:avLst/>
          </a:prstGeom>
        </p:spPr>
      </p:pic>
      <p:sp>
        <p:nvSpPr>
          <p:cNvPr id="3" name="Rectangle 2">
            <a:extLst>
              <a:ext uri="{FF2B5EF4-FFF2-40B4-BE49-F238E27FC236}">
                <a16:creationId xmlns:a16="http://schemas.microsoft.com/office/drawing/2014/main" id="{E7B0902D-3B0E-805E-3D75-18101622890D}"/>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3389697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C39D-F52F-EA4A-EC4D-5F3F989A1539}"/>
              </a:ext>
            </a:extLst>
          </p:cNvPr>
          <p:cNvSpPr>
            <a:spLocks noGrp="1"/>
          </p:cNvSpPr>
          <p:nvPr>
            <p:ph type="title"/>
          </p:nvPr>
        </p:nvSpPr>
        <p:spPr>
          <a:xfrm>
            <a:off x="384048" y="784123"/>
            <a:ext cx="7690104" cy="1485554"/>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4400" dirty="0"/>
              <a:t>Possible LLM Solutions for Finance Automation</a:t>
            </a:r>
          </a:p>
        </p:txBody>
      </p:sp>
      <p:sp>
        <p:nvSpPr>
          <p:cNvPr id="14" name="Rectangle 10">
            <a:extLst>
              <a:ext uri="{FF2B5EF4-FFF2-40B4-BE49-F238E27FC236}">
                <a16:creationId xmlns:a16="http://schemas.microsoft.com/office/drawing/2014/main" id="{14A37666-4F20-B59E-E2EB-4E646D4C9A08}"/>
              </a:ext>
            </a:extLst>
          </p:cNvPr>
          <p:cNvSpPr>
            <a:spLocks noChangeArrowheads="1"/>
          </p:cNvSpPr>
          <p:nvPr/>
        </p:nvSpPr>
        <p:spPr bwMode="auto">
          <a:xfrm>
            <a:off x="1124712" y="2333685"/>
            <a:ext cx="1070762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kern="1200" dirty="0">
                <a:solidFill>
                  <a:schemeClr val="bg1"/>
                </a:solidFill>
                <a:latin typeface="+mj-lt"/>
                <a:ea typeface="+mj-ea"/>
                <a:cs typeface="+mj-cs"/>
              </a:rPr>
              <a:t>1. Traditional NLP LLM</a:t>
            </a:r>
            <a:br>
              <a:rPr lang="en-US" altLang="en-US" kern="1200" dirty="0">
                <a:solidFill>
                  <a:schemeClr val="bg1"/>
                </a:solidFill>
                <a:latin typeface="+mj-lt"/>
                <a:ea typeface="+mj-ea"/>
                <a:cs typeface="+mj-cs"/>
              </a:rPr>
            </a:br>
            <a:r>
              <a:rPr lang="en-US" altLang="en-US" kern="1200" dirty="0">
                <a:solidFill>
                  <a:schemeClr val="bg1"/>
                </a:solidFill>
                <a:latin typeface="+mj-lt"/>
                <a:ea typeface="+mj-ea"/>
                <a:cs typeface="+mj-cs"/>
              </a:rPr>
              <a:t>-&gt; Trained on generic internet data, lacks domain awareness, and needs complex prompts.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kern="1200" dirty="0">
              <a:solidFill>
                <a:schemeClr val="bg1"/>
              </a:solidFill>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kern="1200" dirty="0">
                <a:solidFill>
                  <a:schemeClr val="bg1"/>
                </a:solidFill>
                <a:latin typeface="+mj-lt"/>
                <a:ea typeface="+mj-ea"/>
                <a:cs typeface="+mj-cs"/>
              </a:rPr>
              <a:t>2. OpenAI API-based LLM</a:t>
            </a:r>
            <a:br>
              <a:rPr lang="en-US" altLang="en-US" kern="1200" dirty="0">
                <a:solidFill>
                  <a:schemeClr val="bg1"/>
                </a:solidFill>
                <a:latin typeface="+mj-lt"/>
                <a:ea typeface="+mj-ea"/>
                <a:cs typeface="+mj-cs"/>
              </a:rPr>
            </a:br>
            <a:r>
              <a:rPr lang="en-US" altLang="en-US" kern="1200" dirty="0">
                <a:solidFill>
                  <a:schemeClr val="bg1"/>
                </a:solidFill>
                <a:latin typeface="+mj-lt"/>
                <a:ea typeface="+mj-ea"/>
                <a:cs typeface="+mj-cs"/>
              </a:rPr>
              <a:t>-&gt; Powerful but external, requires context every time, and raises data privacy concerns.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kern="1200" dirty="0">
              <a:solidFill>
                <a:schemeClr val="bg1"/>
              </a:solidFill>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kern="1200" dirty="0">
                <a:solidFill>
                  <a:schemeClr val="bg1"/>
                </a:solidFill>
                <a:latin typeface="+mj-lt"/>
                <a:ea typeface="+mj-ea"/>
                <a:cs typeface="+mj-cs"/>
              </a:rPr>
              <a:t>3. Custom Pretrained LLM Bot (Chosen)</a:t>
            </a:r>
            <a:br>
              <a:rPr lang="en-US" altLang="en-US" kern="1200" dirty="0">
                <a:solidFill>
                  <a:schemeClr val="bg1"/>
                </a:solidFill>
                <a:latin typeface="+mj-lt"/>
                <a:ea typeface="+mj-ea"/>
                <a:cs typeface="+mj-cs"/>
              </a:rPr>
            </a:br>
            <a:r>
              <a:rPr lang="en-US" altLang="en-US" kern="1200" dirty="0">
                <a:solidFill>
                  <a:schemeClr val="bg1"/>
                </a:solidFill>
                <a:latin typeface="+mj-lt"/>
                <a:ea typeface="+mj-ea"/>
                <a:cs typeface="+mj-cs"/>
              </a:rPr>
              <a:t>-&gt; Trained on company’s internal finance data, domain-aware, secure, and context-free.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kern="1200" dirty="0">
              <a:solidFill>
                <a:schemeClr val="bg1"/>
              </a:solidFill>
              <a:latin typeface="+mj-lt"/>
              <a:ea typeface="+mj-ea"/>
              <a:cs typeface="+mj-cs"/>
            </a:endParaRPr>
          </a:p>
          <a:p>
            <a:pPr marL="900000" lvl="1" indent="-285750" algn="l" rtl="0" eaLnBrk="0" fontAlgn="base" hangingPunct="0">
              <a:spcBef>
                <a:spcPct val="0"/>
              </a:spcBef>
              <a:spcAft>
                <a:spcPct val="0"/>
              </a:spcAft>
              <a:buFont typeface="Arial" panose="020B0604020202020204" pitchFamily="34" charset="0"/>
              <a:buChar char="•"/>
            </a:pPr>
            <a:r>
              <a:rPr lang="en-US" altLang="en-US" sz="1800" kern="1200" dirty="0">
                <a:solidFill>
                  <a:schemeClr val="bg1"/>
                </a:solidFill>
                <a:latin typeface="+mj-lt"/>
                <a:ea typeface="+mj-ea"/>
                <a:cs typeface="+mj-cs"/>
              </a:rPr>
              <a:t>Domain-Specific: Understands </a:t>
            </a:r>
            <a:r>
              <a:rPr lang="en-US" altLang="en-US" sz="1200" kern="1200" dirty="0">
                <a:solidFill>
                  <a:schemeClr val="bg1"/>
                </a:solidFill>
              </a:rPr>
              <a:t>company’s</a:t>
            </a:r>
            <a:r>
              <a:rPr lang="en-US" altLang="en-US" sz="1800" kern="1200" dirty="0">
                <a:solidFill>
                  <a:schemeClr val="bg1"/>
                </a:solidFill>
                <a:latin typeface="+mj-lt"/>
                <a:ea typeface="+mj-ea"/>
                <a:cs typeface="+mj-cs"/>
              </a:rPr>
              <a:t> PeopleSoft, supplier, and work order data</a:t>
            </a:r>
          </a:p>
          <a:p>
            <a:pPr marL="900000" lvl="1" indent="-285750" algn="l" rtl="0" eaLnBrk="0" fontAlgn="base" hangingPunct="0">
              <a:spcBef>
                <a:spcPct val="0"/>
              </a:spcBef>
              <a:spcAft>
                <a:spcPct val="0"/>
              </a:spcAft>
              <a:buFont typeface="Arial" panose="020B0604020202020204" pitchFamily="34" charset="0"/>
              <a:buChar char="•"/>
            </a:pPr>
            <a:r>
              <a:rPr lang="en-US" altLang="en-US" sz="1800" kern="1200" dirty="0">
                <a:solidFill>
                  <a:schemeClr val="bg1"/>
                </a:solidFill>
                <a:latin typeface="+mj-lt"/>
                <a:ea typeface="+mj-ea"/>
                <a:cs typeface="+mj-cs"/>
              </a:rPr>
              <a:t>Fully Secure: Built for internal use, aligns with </a:t>
            </a:r>
            <a:r>
              <a:rPr lang="en-US" altLang="en-US" sz="1200" kern="1200" dirty="0">
                <a:solidFill>
                  <a:schemeClr val="bg1"/>
                </a:solidFill>
              </a:rPr>
              <a:t>company’s</a:t>
            </a:r>
            <a:r>
              <a:rPr lang="en-US" altLang="en-US" sz="1800" kern="1200" dirty="0">
                <a:solidFill>
                  <a:schemeClr val="bg1"/>
                </a:solidFill>
                <a:latin typeface="+mj-lt"/>
                <a:ea typeface="+mj-ea"/>
                <a:cs typeface="+mj-cs"/>
              </a:rPr>
              <a:t> data policies</a:t>
            </a:r>
          </a:p>
          <a:p>
            <a:pPr marL="900000" lvl="1" indent="-285750" algn="l" rtl="0" eaLnBrk="0" fontAlgn="base" hangingPunct="0">
              <a:spcBef>
                <a:spcPct val="0"/>
              </a:spcBef>
              <a:spcAft>
                <a:spcPct val="0"/>
              </a:spcAft>
              <a:buFont typeface="Arial" panose="020B0604020202020204" pitchFamily="34" charset="0"/>
              <a:buChar char="•"/>
            </a:pPr>
            <a:r>
              <a:rPr lang="en-US" altLang="en-US" sz="1800" kern="1200" dirty="0">
                <a:solidFill>
                  <a:schemeClr val="bg1"/>
                </a:solidFill>
                <a:latin typeface="+mj-lt"/>
                <a:ea typeface="+mj-ea"/>
                <a:cs typeface="+mj-cs"/>
              </a:rPr>
              <a:t>No Prompting Needed: Knows what you mean — no context injection required</a:t>
            </a:r>
          </a:p>
          <a:p>
            <a:pPr lvl="0" algn="l" rtl="0" eaLnBrk="0" fontAlgn="base" hangingPunct="0">
              <a:spcBef>
                <a:spcPct val="0"/>
              </a:spcBef>
              <a:spcAft>
                <a:spcPct val="0"/>
              </a:spcAf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CBCF6895-89C3-2489-1DE4-54AAC06AC35C}"/>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180016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50000"/>
            <a:lumOff val="50000"/>
          </a:schemeClr>
        </a:solidFill>
        <a:effectLst/>
      </p:bgPr>
    </p:bg>
    <p:spTree>
      <p:nvGrpSpPr>
        <p:cNvPr id="1" name="">
          <a:extLst>
            <a:ext uri="{FF2B5EF4-FFF2-40B4-BE49-F238E27FC236}">
              <a16:creationId xmlns:a16="http://schemas.microsoft.com/office/drawing/2014/main" id="{55353F62-544A-BF98-004D-E8D6DBE2E363}"/>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C5E897D8-A6DE-CCDB-9FAC-669D6FE0A3E5}"/>
              </a:ext>
            </a:extLst>
          </p:cNvPr>
          <p:cNvGrpSpPr/>
          <p:nvPr/>
        </p:nvGrpSpPr>
        <p:grpSpPr>
          <a:xfrm>
            <a:off x="17635" y="0"/>
            <a:ext cx="4032333" cy="6874944"/>
            <a:chOff x="8203156" y="-10004"/>
            <a:chExt cx="3961710" cy="6874944"/>
          </a:xfrm>
        </p:grpSpPr>
        <p:grpSp>
          <p:nvGrpSpPr>
            <p:cNvPr id="36" name="Group 35">
              <a:extLst>
                <a:ext uri="{FF2B5EF4-FFF2-40B4-BE49-F238E27FC236}">
                  <a16:creationId xmlns:a16="http://schemas.microsoft.com/office/drawing/2014/main" id="{F8F087E7-A4EB-2735-0806-BF61C0587149}"/>
                </a:ext>
              </a:extLst>
            </p:cNvPr>
            <p:cNvGrpSpPr/>
            <p:nvPr/>
          </p:nvGrpSpPr>
          <p:grpSpPr>
            <a:xfrm>
              <a:off x="8203156" y="-10004"/>
              <a:ext cx="3961709" cy="6874944"/>
              <a:chOff x="-55019" y="-19529"/>
              <a:chExt cx="3961709" cy="6874944"/>
            </a:xfrm>
          </p:grpSpPr>
          <p:sp>
            <p:nvSpPr>
              <p:cNvPr id="41" name="Rectangle 40">
                <a:extLst>
                  <a:ext uri="{FF2B5EF4-FFF2-40B4-BE49-F238E27FC236}">
                    <a16:creationId xmlns:a16="http://schemas.microsoft.com/office/drawing/2014/main" id="{CFB28E24-DF73-EDC6-71C9-1517B378395C}"/>
                  </a:ext>
                </a:extLst>
              </p:cNvPr>
              <p:cNvSpPr/>
              <p:nvPr/>
            </p:nvSpPr>
            <p:spPr>
              <a:xfrm>
                <a:off x="-55019" y="-19529"/>
                <a:ext cx="3961709" cy="6874944"/>
              </a:xfrm>
              <a:prstGeom prst="rect">
                <a:avLst/>
              </a:prstGeom>
              <a:solidFill>
                <a:schemeClr val="accent6">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42" name="Flowchart: Alternate Process 41">
                <a:extLst>
                  <a:ext uri="{FF2B5EF4-FFF2-40B4-BE49-F238E27FC236}">
                    <a16:creationId xmlns:a16="http://schemas.microsoft.com/office/drawing/2014/main" id="{5A3B2356-5A5B-1989-D910-F9C7CDF8B95A}"/>
                  </a:ext>
                </a:extLst>
              </p:cNvPr>
              <p:cNvSpPr/>
              <p:nvPr/>
            </p:nvSpPr>
            <p:spPr>
              <a:xfrm>
                <a:off x="132818" y="71183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sp>
            <p:nvSpPr>
              <p:cNvPr id="43" name="Flowchart: Alternate Process 42">
                <a:extLst>
                  <a:ext uri="{FF2B5EF4-FFF2-40B4-BE49-F238E27FC236}">
                    <a16:creationId xmlns:a16="http://schemas.microsoft.com/office/drawing/2014/main" id="{CD640E85-C0EB-44A1-EA9E-2803E869AFDC}"/>
                  </a:ext>
                </a:extLst>
              </p:cNvPr>
              <p:cNvSpPr/>
              <p:nvPr/>
            </p:nvSpPr>
            <p:spPr>
              <a:xfrm>
                <a:off x="132817" y="369459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sp>
          <p:nvSpPr>
            <p:cNvPr id="37" name="TextBox 36">
              <a:extLst>
                <a:ext uri="{FF2B5EF4-FFF2-40B4-BE49-F238E27FC236}">
                  <a16:creationId xmlns:a16="http://schemas.microsoft.com/office/drawing/2014/main" id="{E11991D5-C697-AC50-D197-936D92C7099C}"/>
                </a:ext>
              </a:extLst>
            </p:cNvPr>
            <p:cNvSpPr txBox="1"/>
            <p:nvPr/>
          </p:nvSpPr>
          <p:spPr>
            <a:xfrm>
              <a:off x="8610599" y="942974"/>
              <a:ext cx="35542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dirty="0">
                  <a:solidFill>
                    <a:srgbClr val="000000"/>
                  </a:solidFill>
                  <a:latin typeface="Calibre Light"/>
                  <a:cs typeface="Arial"/>
                </a:rPr>
                <a:t>5. Query Handling and LLM</a:t>
              </a:r>
              <a:br>
                <a:rPr lang="en-US" sz="1800" b="1" dirty="0">
                  <a:solidFill>
                    <a:srgbClr val="000000"/>
                  </a:solidFill>
                  <a:latin typeface="Calibre Light"/>
                  <a:cs typeface="Arial"/>
                </a:rPr>
              </a:br>
              <a:r>
                <a:rPr lang="en-US" sz="1800" b="1" dirty="0">
                  <a:solidFill>
                    <a:srgbClr val="000000"/>
                  </a:solidFill>
                  <a:latin typeface="Calibre Light"/>
                  <a:cs typeface="Arial"/>
                </a:rPr>
                <a:t>    Reasoning</a:t>
              </a:r>
              <a:endParaRPr lang="en-US" dirty="0"/>
            </a:p>
          </p:txBody>
        </p:sp>
        <p:sp>
          <p:nvSpPr>
            <p:cNvPr id="38" name="TextBox 37">
              <a:extLst>
                <a:ext uri="{FF2B5EF4-FFF2-40B4-BE49-F238E27FC236}">
                  <a16:creationId xmlns:a16="http://schemas.microsoft.com/office/drawing/2014/main" id="{03AE0DAD-F4B5-AFE3-DD21-D14F9B5DE916}"/>
                </a:ext>
              </a:extLst>
            </p:cNvPr>
            <p:cNvSpPr txBox="1"/>
            <p:nvPr/>
          </p:nvSpPr>
          <p:spPr>
            <a:xfrm>
              <a:off x="8610600" y="1647825"/>
              <a:ext cx="2942977" cy="12234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Light"/>
                  <a:cs typeface="Arial"/>
                </a:rPr>
                <a:t>Hybrid Retrieval (</a:t>
              </a:r>
              <a:r>
                <a:rPr lang="en-US" sz="1800" dirty="0" err="1">
                  <a:solidFill>
                    <a:srgbClr val="22292A"/>
                  </a:solidFill>
                  <a:latin typeface="Calibre Light"/>
                  <a:cs typeface="Arial"/>
                </a:rPr>
                <a:t>lookup,aggregation</a:t>
              </a:r>
              <a:r>
                <a:rPr lang="en-US" sz="1800" dirty="0">
                  <a:solidFill>
                    <a:srgbClr val="22292A"/>
                  </a:solidFill>
                  <a:latin typeface="Calibre Light"/>
                  <a:cs typeface="Arial"/>
                </a:rPr>
                <a:t>)</a:t>
              </a:r>
              <a:endParaRPr lang="en-US" sz="1800" dirty="0">
                <a:solidFill>
                  <a:srgbClr val="435254"/>
                </a:solidFill>
                <a:latin typeface="Arial"/>
                <a:cs typeface="Arial"/>
              </a:endParaRPr>
            </a:p>
            <a:p>
              <a:pPr marL="285750" indent="-285750">
                <a:spcBef>
                  <a:spcPts val="400"/>
                </a:spcBef>
                <a:spcAft>
                  <a:spcPts val="500"/>
                </a:spcAft>
                <a:buFont typeface="Arial"/>
                <a:buChar char="•"/>
              </a:pPr>
              <a:r>
                <a:rPr lang="en-US" sz="1800" dirty="0">
                  <a:solidFill>
                    <a:srgbClr val="22292A"/>
                  </a:solidFill>
                  <a:latin typeface="Arial"/>
                  <a:cs typeface="Arial"/>
                </a:rPr>
                <a:t>File Summarization or Explanation</a:t>
              </a:r>
              <a:r>
                <a:rPr lang="en-US" sz="1800" dirty="0">
                  <a:solidFill>
                    <a:srgbClr val="435254"/>
                  </a:solidFill>
                  <a:latin typeface="Arial"/>
                  <a:cs typeface="Arial"/>
                </a:rPr>
                <a:t> </a:t>
              </a:r>
              <a:endParaRPr lang="en-US" sz="1800" dirty="0">
                <a:latin typeface="Arial"/>
                <a:cs typeface="Arial"/>
              </a:endParaRPr>
            </a:p>
          </p:txBody>
        </p:sp>
        <p:sp>
          <p:nvSpPr>
            <p:cNvPr id="39" name="TextBox 38">
              <a:extLst>
                <a:ext uri="{FF2B5EF4-FFF2-40B4-BE49-F238E27FC236}">
                  <a16:creationId xmlns:a16="http://schemas.microsoft.com/office/drawing/2014/main" id="{92CC7C18-91B2-19B2-B0DB-678D124117AB}"/>
                </a:ext>
              </a:extLst>
            </p:cNvPr>
            <p:cNvSpPr txBox="1"/>
            <p:nvPr/>
          </p:nvSpPr>
          <p:spPr>
            <a:xfrm>
              <a:off x="8610599" y="3914774"/>
              <a:ext cx="31732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a:solidFill>
                    <a:srgbClr val="000000"/>
                  </a:solidFill>
                  <a:latin typeface="Calibre Light"/>
                  <a:cs typeface="Arial"/>
                </a:rPr>
                <a:t>6. Frontend UX and Output</a:t>
              </a:r>
              <a:br>
                <a:rPr lang="en-US" sz="1800" b="1">
                  <a:solidFill>
                    <a:srgbClr val="000000"/>
                  </a:solidFill>
                  <a:latin typeface="Calibre Light"/>
                  <a:cs typeface="Arial"/>
                </a:rPr>
              </a:br>
              <a:r>
                <a:rPr lang="en-US" sz="1800" b="1">
                  <a:solidFill>
                    <a:srgbClr val="000000"/>
                  </a:solidFill>
                  <a:latin typeface="Calibre Light"/>
                  <a:cs typeface="Arial"/>
                </a:rPr>
                <a:t>    Formatting</a:t>
              </a:r>
              <a:endParaRPr lang="en-US"/>
            </a:p>
          </p:txBody>
        </p:sp>
        <p:sp>
          <p:nvSpPr>
            <p:cNvPr id="40" name="TextBox 39">
              <a:extLst>
                <a:ext uri="{FF2B5EF4-FFF2-40B4-BE49-F238E27FC236}">
                  <a16:creationId xmlns:a16="http://schemas.microsoft.com/office/drawing/2014/main" id="{8445C91F-51C3-DE33-D36B-42BBAE13DEFB}"/>
                </a:ext>
              </a:extLst>
            </p:cNvPr>
            <p:cNvSpPr txBox="1"/>
            <p:nvPr/>
          </p:nvSpPr>
          <p:spPr>
            <a:xfrm>
              <a:off x="8610599" y="4724400"/>
              <a:ext cx="2942977" cy="10618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a:solidFill>
                    <a:srgbClr val="22292A"/>
                  </a:solidFill>
                  <a:latin typeface="Calibre Light"/>
                  <a:cs typeface="Arial"/>
                </a:rPr>
                <a:t>Chat Interface</a:t>
              </a:r>
              <a:endParaRPr lang="en-US" sz="1800">
                <a:solidFill>
                  <a:srgbClr val="435254"/>
                </a:solidFill>
                <a:latin typeface="Arial"/>
                <a:cs typeface="Arial"/>
              </a:endParaRPr>
            </a:p>
            <a:p>
              <a:pPr marL="285750" indent="-285750">
                <a:spcBef>
                  <a:spcPts val="400"/>
                </a:spcBef>
                <a:spcAft>
                  <a:spcPts val="500"/>
                </a:spcAft>
                <a:buFont typeface="Arial"/>
                <a:buChar char="•"/>
              </a:pPr>
              <a:r>
                <a:rPr lang="en-US" sz="1800">
                  <a:solidFill>
                    <a:srgbClr val="22292A"/>
                  </a:solidFill>
                  <a:latin typeface="Calibre Light"/>
                  <a:cs typeface="Arial"/>
                </a:rPr>
                <a:t>File Upload</a:t>
              </a:r>
            </a:p>
            <a:p>
              <a:pPr marL="285750" indent="-285750">
                <a:spcBef>
                  <a:spcPts val="400"/>
                </a:spcBef>
                <a:spcAft>
                  <a:spcPts val="500"/>
                </a:spcAft>
                <a:buFont typeface="Arial"/>
                <a:buChar char="•"/>
              </a:pPr>
              <a:r>
                <a:rPr lang="en-US" sz="1800">
                  <a:solidFill>
                    <a:srgbClr val="22292A"/>
                  </a:solidFill>
                  <a:latin typeface="Calibre Light"/>
                  <a:cs typeface="Arial"/>
                </a:rPr>
                <a:t>Natural Sentence Rendering</a:t>
              </a:r>
            </a:p>
          </p:txBody>
        </p:sp>
      </p:grpSp>
      <p:grpSp>
        <p:nvGrpSpPr>
          <p:cNvPr id="17" name="Group 16">
            <a:extLst>
              <a:ext uri="{FF2B5EF4-FFF2-40B4-BE49-F238E27FC236}">
                <a16:creationId xmlns:a16="http://schemas.microsoft.com/office/drawing/2014/main" id="{65ADECDF-DCCA-5D2D-2F24-CB6F2C75B58C}"/>
              </a:ext>
            </a:extLst>
          </p:cNvPr>
          <p:cNvGrpSpPr/>
          <p:nvPr/>
        </p:nvGrpSpPr>
        <p:grpSpPr>
          <a:xfrm>
            <a:off x="-60088" y="-7419"/>
            <a:ext cx="4543120" cy="6865419"/>
            <a:chOff x="4006579" y="-14767"/>
            <a:chExt cx="4543120" cy="6865419"/>
          </a:xfrm>
        </p:grpSpPr>
        <p:sp>
          <p:nvSpPr>
            <p:cNvPr id="13" name="Flowchart: Extract 12">
              <a:extLst>
                <a:ext uri="{FF2B5EF4-FFF2-40B4-BE49-F238E27FC236}">
                  <a16:creationId xmlns:a16="http://schemas.microsoft.com/office/drawing/2014/main" id="{394F800B-365D-B0DB-822C-57C6D8A56EE0}"/>
                </a:ext>
              </a:extLst>
            </p:cNvPr>
            <p:cNvSpPr/>
            <p:nvPr/>
          </p:nvSpPr>
          <p:spPr>
            <a:xfrm rot="5400000">
              <a:off x="7969018" y="3403948"/>
              <a:ext cx="797185" cy="364176"/>
            </a:xfrm>
            <a:prstGeom prst="flowChartExtra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grpSp>
          <p:nvGrpSpPr>
            <p:cNvPr id="16" name="Group 15">
              <a:extLst>
                <a:ext uri="{FF2B5EF4-FFF2-40B4-BE49-F238E27FC236}">
                  <a16:creationId xmlns:a16="http://schemas.microsoft.com/office/drawing/2014/main" id="{49092C7F-DCFA-DA74-461E-9BE7944595DF}"/>
                </a:ext>
              </a:extLst>
            </p:cNvPr>
            <p:cNvGrpSpPr/>
            <p:nvPr/>
          </p:nvGrpSpPr>
          <p:grpSpPr>
            <a:xfrm>
              <a:off x="4006579" y="-14767"/>
              <a:ext cx="4198300" cy="6865419"/>
              <a:chOff x="4029245" y="-24772"/>
              <a:chExt cx="4198300" cy="6865419"/>
            </a:xfrm>
          </p:grpSpPr>
          <p:grpSp>
            <p:nvGrpSpPr>
              <p:cNvPr id="25" name="Group 24">
                <a:extLst>
                  <a:ext uri="{FF2B5EF4-FFF2-40B4-BE49-F238E27FC236}">
                    <a16:creationId xmlns:a16="http://schemas.microsoft.com/office/drawing/2014/main" id="{6D5D4FBB-4961-8B03-421D-9984527FEBBE}"/>
                  </a:ext>
                </a:extLst>
              </p:cNvPr>
              <p:cNvGrpSpPr/>
              <p:nvPr/>
            </p:nvGrpSpPr>
            <p:grpSpPr>
              <a:xfrm>
                <a:off x="4029245" y="-24772"/>
                <a:ext cx="4198300" cy="6865419"/>
                <a:chOff x="-171450" y="-3710"/>
                <a:chExt cx="4198300" cy="6865419"/>
              </a:xfrm>
            </p:grpSpPr>
            <p:sp>
              <p:nvSpPr>
                <p:cNvPr id="30" name="Rectangle 29">
                  <a:extLst>
                    <a:ext uri="{FF2B5EF4-FFF2-40B4-BE49-F238E27FC236}">
                      <a16:creationId xmlns:a16="http://schemas.microsoft.com/office/drawing/2014/main" id="{AD44E2C9-8739-22F3-F5E7-2CD81B411773}"/>
                    </a:ext>
                  </a:extLst>
                </p:cNvPr>
                <p:cNvSpPr/>
                <p:nvPr/>
              </p:nvSpPr>
              <p:spPr>
                <a:xfrm>
                  <a:off x="-171450" y="-3710"/>
                  <a:ext cx="4198300" cy="6865419"/>
                </a:xfrm>
                <a:prstGeom prst="re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33" name="Flowchart: Alternate Process 32">
                  <a:extLst>
                    <a:ext uri="{FF2B5EF4-FFF2-40B4-BE49-F238E27FC236}">
                      <a16:creationId xmlns:a16="http://schemas.microsoft.com/office/drawing/2014/main" id="{7B96565A-E753-B96F-C984-EEBD1A337833}"/>
                    </a:ext>
                  </a:extLst>
                </p:cNvPr>
                <p:cNvSpPr/>
                <p:nvPr/>
              </p:nvSpPr>
              <p:spPr>
                <a:xfrm>
                  <a:off x="66142" y="3723169"/>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sp>
            <p:nvSpPr>
              <p:cNvPr id="2" name="Flowchart: Alternate Process 1">
                <a:extLst>
                  <a:ext uri="{FF2B5EF4-FFF2-40B4-BE49-F238E27FC236}">
                    <a16:creationId xmlns:a16="http://schemas.microsoft.com/office/drawing/2014/main" id="{62AB1082-2C63-B820-FDBB-1B1F607BE279}"/>
                  </a:ext>
                </a:extLst>
              </p:cNvPr>
              <p:cNvSpPr/>
              <p:nvPr/>
            </p:nvSpPr>
            <p:spPr>
              <a:xfrm>
                <a:off x="4345093" y="753959"/>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dirty="0">
                  <a:solidFill>
                    <a:schemeClr val="tx1">
                      <a:lumMod val="50000"/>
                    </a:schemeClr>
                  </a:solidFill>
                </a:endParaRPr>
              </a:p>
            </p:txBody>
          </p:sp>
          <p:sp>
            <p:nvSpPr>
              <p:cNvPr id="24" name="TextBox 23">
                <a:extLst>
                  <a:ext uri="{FF2B5EF4-FFF2-40B4-BE49-F238E27FC236}">
                    <a16:creationId xmlns:a16="http://schemas.microsoft.com/office/drawing/2014/main" id="{65966E6A-C606-9ECF-1D5F-98558373B24F}"/>
                  </a:ext>
                </a:extLst>
              </p:cNvPr>
              <p:cNvSpPr txBox="1"/>
              <p:nvPr/>
            </p:nvSpPr>
            <p:spPr>
              <a:xfrm>
                <a:off x="4533899" y="1677402"/>
                <a:ext cx="3371602" cy="14542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a:cs typeface="Arial"/>
                  </a:rPr>
                  <a:t>Vector Database generation</a:t>
                </a:r>
              </a:p>
              <a:p>
                <a:pPr marL="285750" indent="-285750">
                  <a:spcBef>
                    <a:spcPts val="400"/>
                  </a:spcBef>
                  <a:spcAft>
                    <a:spcPts val="500"/>
                  </a:spcAft>
                  <a:buFont typeface="Arial"/>
                  <a:buChar char="•"/>
                </a:pPr>
                <a:r>
                  <a:rPr lang="en-US" sz="1800" dirty="0">
                    <a:solidFill>
                      <a:srgbClr val="22292A"/>
                    </a:solidFill>
                    <a:latin typeface="Calibre"/>
                    <a:cs typeface="Arial"/>
                  </a:rPr>
                  <a:t>FAISS Index Construction</a:t>
                </a:r>
                <a:endParaRPr lang="en-US" sz="1800" dirty="0"/>
              </a:p>
              <a:p>
                <a:pPr marL="285750" indent="-285750">
                  <a:spcBef>
                    <a:spcPts val="400"/>
                  </a:spcBef>
                  <a:spcAft>
                    <a:spcPts val="500"/>
                  </a:spcAft>
                  <a:buFont typeface="Arial"/>
                  <a:buChar char="•"/>
                </a:pPr>
                <a:r>
                  <a:rPr lang="en-US" sz="1800" dirty="0">
                    <a:solidFill>
                      <a:srgbClr val="22292A"/>
                    </a:solidFill>
                    <a:latin typeface="Calibre"/>
                    <a:cs typeface="Arial"/>
                  </a:rPr>
                  <a:t>BM25 Token-Based Indexing</a:t>
                </a:r>
                <a:endParaRPr lang="en-US" sz="1800" dirty="0"/>
              </a:p>
              <a:p>
                <a:pPr marL="285750" indent="-285750">
                  <a:spcBef>
                    <a:spcPts val="400"/>
                  </a:spcBef>
                  <a:spcAft>
                    <a:spcPts val="500"/>
                  </a:spcAft>
                  <a:buFont typeface="Arial"/>
                  <a:buChar char="•"/>
                </a:pPr>
                <a:r>
                  <a:rPr lang="en-US" sz="1800" dirty="0">
                    <a:solidFill>
                      <a:srgbClr val="22292A"/>
                    </a:solidFill>
                    <a:latin typeface="Calibre"/>
                    <a:cs typeface="Arial"/>
                  </a:rPr>
                  <a:t>Dual Retrieval Alignment</a:t>
                </a:r>
                <a:endParaRPr lang="en-US" sz="1800" dirty="0">
                  <a:cs typeface="Arial"/>
                </a:endParaRPr>
              </a:p>
            </p:txBody>
          </p:sp>
          <p:sp>
            <p:nvSpPr>
              <p:cNvPr id="31" name="TextBox 30">
                <a:extLst>
                  <a:ext uri="{FF2B5EF4-FFF2-40B4-BE49-F238E27FC236}">
                    <a16:creationId xmlns:a16="http://schemas.microsoft.com/office/drawing/2014/main" id="{7C82FF43-275E-755E-E21F-4C074E00D299}"/>
                  </a:ext>
                </a:extLst>
              </p:cNvPr>
              <p:cNvSpPr txBox="1"/>
              <p:nvPr/>
            </p:nvSpPr>
            <p:spPr>
              <a:xfrm>
                <a:off x="4560299" y="952728"/>
                <a:ext cx="2667712"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IN" sz="1800" b="1" dirty="0">
                    <a:solidFill>
                      <a:srgbClr val="000000"/>
                    </a:solidFill>
                    <a:latin typeface="Calibre Light"/>
                    <a:cs typeface="Arial"/>
                  </a:rPr>
                  <a:t>3. Vector DB &amp; Embedding</a:t>
                </a:r>
                <a:br>
                  <a:rPr lang="en-IN" sz="1800" b="1" dirty="0">
                    <a:solidFill>
                      <a:srgbClr val="000000"/>
                    </a:solidFill>
                    <a:latin typeface="Calibre Light"/>
                    <a:cs typeface="Arial"/>
                  </a:rPr>
                </a:br>
                <a:r>
                  <a:rPr lang="en-IN" sz="1800" b="1" dirty="0">
                    <a:solidFill>
                      <a:srgbClr val="000000"/>
                    </a:solidFill>
                    <a:latin typeface="Calibre Light"/>
                    <a:cs typeface="Arial"/>
                  </a:rPr>
                  <a:t>    Generation</a:t>
                </a:r>
                <a:r>
                  <a:rPr lang="en-US" sz="1800" b="1" dirty="0">
                    <a:solidFill>
                      <a:srgbClr val="000000"/>
                    </a:solidFill>
                    <a:latin typeface="Calibre Light"/>
                    <a:cs typeface="Arial"/>
                  </a:rPr>
                  <a:t> </a:t>
                </a:r>
                <a:endParaRPr lang="en-US" sz="1800" b="1" dirty="0">
                  <a:solidFill>
                    <a:srgbClr val="000000"/>
                  </a:solidFill>
                  <a:cs typeface="Arial"/>
                </a:endParaRPr>
              </a:p>
            </p:txBody>
          </p:sp>
          <p:sp>
            <p:nvSpPr>
              <p:cNvPr id="35" name="TextBox 34">
                <a:extLst>
                  <a:ext uri="{FF2B5EF4-FFF2-40B4-BE49-F238E27FC236}">
                    <a16:creationId xmlns:a16="http://schemas.microsoft.com/office/drawing/2014/main" id="{05981BC1-C6BE-E6FB-336D-F124227A9BCF}"/>
                  </a:ext>
                </a:extLst>
              </p:cNvPr>
              <p:cNvSpPr txBox="1"/>
              <p:nvPr/>
            </p:nvSpPr>
            <p:spPr>
              <a:xfrm>
                <a:off x="4592624" y="3863106"/>
                <a:ext cx="3373292"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dirty="0">
                    <a:solidFill>
                      <a:srgbClr val="000000"/>
                    </a:solidFill>
                    <a:latin typeface="Calibre Light"/>
                    <a:cs typeface="Arial"/>
                  </a:rPr>
                  <a:t>4. Query Intent Classification</a:t>
                </a:r>
                <a:endParaRPr lang="en-US" sz="1800" dirty="0"/>
              </a:p>
            </p:txBody>
          </p:sp>
          <p:sp>
            <p:nvSpPr>
              <p:cNvPr id="45" name="TextBox 44">
                <a:extLst>
                  <a:ext uri="{FF2B5EF4-FFF2-40B4-BE49-F238E27FC236}">
                    <a16:creationId xmlns:a16="http://schemas.microsoft.com/office/drawing/2014/main" id="{D4040F28-0482-55F9-3665-E2739CD49591}"/>
                  </a:ext>
                </a:extLst>
              </p:cNvPr>
              <p:cNvSpPr txBox="1"/>
              <p:nvPr/>
            </p:nvSpPr>
            <p:spPr>
              <a:xfrm>
                <a:off x="4648200" y="4305300"/>
                <a:ext cx="2942977" cy="13631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Light"/>
                    <a:cs typeface="Arial"/>
                  </a:rPr>
                  <a:t>Intent Detection (lookup, aggregation, explanation)</a:t>
                </a:r>
                <a:endParaRPr lang="en-US" sz="1800" dirty="0">
                  <a:solidFill>
                    <a:srgbClr val="435254"/>
                  </a:solidFill>
                  <a:latin typeface="Calibre Light"/>
                  <a:cs typeface="Arial"/>
                </a:endParaRPr>
              </a:p>
              <a:p>
                <a:pPr marL="342900" indent="-342900">
                  <a:lnSpc>
                    <a:spcPts val="2400"/>
                  </a:lnSpc>
                  <a:buFont typeface="Arial,Sans-Serif"/>
                  <a:buChar char="•"/>
                </a:pPr>
                <a:r>
                  <a:rPr lang="en-US" sz="1800" dirty="0">
                    <a:solidFill>
                      <a:srgbClr val="22292A"/>
                    </a:solidFill>
                    <a:latin typeface="Arial"/>
                    <a:cs typeface="Arial"/>
                  </a:rPr>
                  <a:t>Dataset Selector (work order, supplier data)</a:t>
                </a:r>
                <a:endParaRPr lang="en-US" sz="1800" dirty="0">
                  <a:latin typeface="Arial"/>
                  <a:cs typeface="Arial"/>
                </a:endParaRPr>
              </a:p>
            </p:txBody>
          </p:sp>
        </p:grpSp>
      </p:grpSp>
      <p:grpSp>
        <p:nvGrpSpPr>
          <p:cNvPr id="12" name="Group 11">
            <a:extLst>
              <a:ext uri="{FF2B5EF4-FFF2-40B4-BE49-F238E27FC236}">
                <a16:creationId xmlns:a16="http://schemas.microsoft.com/office/drawing/2014/main" id="{C9143CF2-9480-1677-0D8C-0A67B720849A}"/>
              </a:ext>
            </a:extLst>
          </p:cNvPr>
          <p:cNvGrpSpPr/>
          <p:nvPr/>
        </p:nvGrpSpPr>
        <p:grpSpPr>
          <a:xfrm>
            <a:off x="-133117" y="-7419"/>
            <a:ext cx="4393423" cy="6865419"/>
            <a:chOff x="85725" y="-3710"/>
            <a:chExt cx="4393423" cy="6865419"/>
          </a:xfrm>
        </p:grpSpPr>
        <p:grpSp>
          <p:nvGrpSpPr>
            <p:cNvPr id="3" name="Group 2">
              <a:extLst>
                <a:ext uri="{FF2B5EF4-FFF2-40B4-BE49-F238E27FC236}">
                  <a16:creationId xmlns:a16="http://schemas.microsoft.com/office/drawing/2014/main" id="{E44E0D7E-1AF8-1E52-544F-323C42A2FAE7}"/>
                </a:ext>
              </a:extLst>
            </p:cNvPr>
            <p:cNvGrpSpPr/>
            <p:nvPr/>
          </p:nvGrpSpPr>
          <p:grpSpPr>
            <a:xfrm>
              <a:off x="85725" y="-3710"/>
              <a:ext cx="4393423" cy="6865419"/>
              <a:chOff x="0" y="-13235"/>
              <a:chExt cx="4393423" cy="6865419"/>
            </a:xfrm>
          </p:grpSpPr>
          <p:sp>
            <p:nvSpPr>
              <p:cNvPr id="8" name="Rectangle 7">
                <a:extLst>
                  <a:ext uri="{FF2B5EF4-FFF2-40B4-BE49-F238E27FC236}">
                    <a16:creationId xmlns:a16="http://schemas.microsoft.com/office/drawing/2014/main" id="{F7A65B0A-8FDF-2C3D-2D4C-B33DCA514DF0}"/>
                  </a:ext>
                </a:extLst>
              </p:cNvPr>
              <p:cNvSpPr/>
              <p:nvPr/>
            </p:nvSpPr>
            <p:spPr>
              <a:xfrm>
                <a:off x="0" y="-13235"/>
                <a:ext cx="4036375" cy="6865419"/>
              </a:xfrm>
              <a:prstGeom prst="re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sp>
            <p:nvSpPr>
              <p:cNvPr id="9" name="Flowchart: Extract 8">
                <a:extLst>
                  <a:ext uri="{FF2B5EF4-FFF2-40B4-BE49-F238E27FC236}">
                    <a16:creationId xmlns:a16="http://schemas.microsoft.com/office/drawing/2014/main" id="{AC97E91D-F7A8-B255-80D3-077B4C978C1A}"/>
                  </a:ext>
                </a:extLst>
              </p:cNvPr>
              <p:cNvSpPr/>
              <p:nvPr/>
            </p:nvSpPr>
            <p:spPr>
              <a:xfrm rot="5400000">
                <a:off x="3812742" y="3411781"/>
                <a:ext cx="797185" cy="364176"/>
              </a:xfrm>
              <a:prstGeom prst="flowChartExtra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sp>
            <p:nvSpPr>
              <p:cNvPr id="10" name="Flowchart: Alternate Process 9">
                <a:extLst>
                  <a:ext uri="{FF2B5EF4-FFF2-40B4-BE49-F238E27FC236}">
                    <a16:creationId xmlns:a16="http://schemas.microsoft.com/office/drawing/2014/main" id="{9E44CF32-6B14-FA7B-37D5-57C21F07AAEF}"/>
                  </a:ext>
                </a:extLst>
              </p:cNvPr>
              <p:cNvSpPr/>
              <p:nvPr/>
            </p:nvSpPr>
            <p:spPr>
              <a:xfrm>
                <a:off x="142343" y="71183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sp>
            <p:nvSpPr>
              <p:cNvPr id="11" name="Flowchart: Alternate Process 10">
                <a:extLst>
                  <a:ext uri="{FF2B5EF4-FFF2-40B4-BE49-F238E27FC236}">
                    <a16:creationId xmlns:a16="http://schemas.microsoft.com/office/drawing/2014/main" id="{F91EB282-6D29-6BDA-2C85-FF87D1BEE72A}"/>
                  </a:ext>
                </a:extLst>
              </p:cNvPr>
              <p:cNvSpPr/>
              <p:nvPr/>
            </p:nvSpPr>
            <p:spPr>
              <a:xfrm>
                <a:off x="142342" y="3723169"/>
                <a:ext cx="3644583" cy="2729074"/>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sp>
          <p:nvSpPr>
            <p:cNvPr id="4" name="TextBox 3">
              <a:extLst>
                <a:ext uri="{FF2B5EF4-FFF2-40B4-BE49-F238E27FC236}">
                  <a16:creationId xmlns:a16="http://schemas.microsoft.com/office/drawing/2014/main" id="{D01EDE4A-C7AC-83E8-58F8-2165485C3FE5}"/>
                </a:ext>
              </a:extLst>
            </p:cNvPr>
            <p:cNvSpPr txBox="1"/>
            <p:nvPr/>
          </p:nvSpPr>
          <p:spPr>
            <a:xfrm>
              <a:off x="561974" y="1076325"/>
              <a:ext cx="2982767"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a:solidFill>
                    <a:srgbClr val="000000"/>
                  </a:solidFill>
                  <a:latin typeface="Calibre Light"/>
                  <a:cs typeface="Arial"/>
                </a:rPr>
                <a:t> 1. Data Preprocessing </a:t>
              </a:r>
              <a:endParaRPr lang="en-US" sz="1800" b="1">
                <a:solidFill>
                  <a:srgbClr val="000000"/>
                </a:solidFill>
                <a:cs typeface="Arial"/>
              </a:endParaRPr>
            </a:p>
          </p:txBody>
        </p:sp>
        <p:sp>
          <p:nvSpPr>
            <p:cNvPr id="5" name="TextBox 4">
              <a:extLst>
                <a:ext uri="{FF2B5EF4-FFF2-40B4-BE49-F238E27FC236}">
                  <a16:creationId xmlns:a16="http://schemas.microsoft.com/office/drawing/2014/main" id="{7D9B7CE2-F949-6B5A-CB88-A9FAA3BC7FE4}"/>
                </a:ext>
              </a:extLst>
            </p:cNvPr>
            <p:cNvSpPr txBox="1"/>
            <p:nvPr/>
          </p:nvSpPr>
          <p:spPr>
            <a:xfrm>
              <a:off x="571499" y="3962400"/>
              <a:ext cx="22969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IN" sz="1800" b="1">
                  <a:solidFill>
                    <a:srgbClr val="000000"/>
                  </a:solidFill>
                  <a:latin typeface="Calibre Light"/>
                  <a:cs typeface="Arial"/>
                </a:rPr>
                <a:t>2. Retrieval Strategy</a:t>
              </a:r>
              <a:br>
                <a:rPr lang="en-IN" sz="1800" b="1">
                  <a:solidFill>
                    <a:srgbClr val="000000"/>
                  </a:solidFill>
                  <a:latin typeface="Calibre Light"/>
                  <a:cs typeface="Arial"/>
                </a:rPr>
              </a:br>
              <a:r>
                <a:rPr lang="en-IN" sz="1800" b="1">
                  <a:solidFill>
                    <a:srgbClr val="000000"/>
                  </a:solidFill>
                  <a:latin typeface="Calibre Light"/>
                  <a:cs typeface="Arial"/>
                </a:rPr>
                <a:t>    Experimentation</a:t>
              </a:r>
              <a:r>
                <a:rPr lang="en-US" sz="1800" b="1">
                  <a:solidFill>
                    <a:srgbClr val="000000"/>
                  </a:solidFill>
                  <a:latin typeface="Calibre Light"/>
                  <a:cs typeface="Arial"/>
                </a:rPr>
                <a:t> </a:t>
              </a:r>
              <a:endParaRPr lang="en-US" sz="1800" b="1">
                <a:solidFill>
                  <a:srgbClr val="000000"/>
                </a:solidFill>
                <a:cs typeface="Arial"/>
              </a:endParaRPr>
            </a:p>
          </p:txBody>
        </p:sp>
        <p:sp>
          <p:nvSpPr>
            <p:cNvPr id="6" name="TextBox 5">
              <a:extLst>
                <a:ext uri="{FF2B5EF4-FFF2-40B4-BE49-F238E27FC236}">
                  <a16:creationId xmlns:a16="http://schemas.microsoft.com/office/drawing/2014/main" id="{08312AC8-C25A-368F-33F7-BF0B67DE3803}"/>
                </a:ext>
              </a:extLst>
            </p:cNvPr>
            <p:cNvSpPr txBox="1"/>
            <p:nvPr/>
          </p:nvSpPr>
          <p:spPr>
            <a:xfrm>
              <a:off x="571500" y="1609725"/>
              <a:ext cx="2942977" cy="14542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rtl="0">
                <a:spcBef>
                  <a:spcPts val="400"/>
                </a:spcBef>
                <a:spcAft>
                  <a:spcPts val="500"/>
                </a:spcAft>
                <a:buFont typeface="Arial"/>
                <a:buChar char="•"/>
              </a:pPr>
              <a:r>
                <a:rPr lang="en-US" sz="1800">
                  <a:solidFill>
                    <a:srgbClr val="22292A"/>
                  </a:solidFill>
                  <a:latin typeface="Calibre"/>
                  <a:cs typeface="Arial"/>
                </a:rPr>
                <a:t>Exploratory Data Analysis</a:t>
              </a:r>
              <a:r>
                <a:rPr lang="en-US" sz="1800">
                  <a:latin typeface="Calibre"/>
                  <a:cs typeface="Arial"/>
                </a:rPr>
                <a:t>​​</a:t>
              </a:r>
              <a:endParaRPr lang="en-US" sz="1800">
                <a:latin typeface="Calibre Light"/>
                <a:cs typeface="Arial"/>
              </a:endParaRPr>
            </a:p>
            <a:p>
              <a:pPr marL="285750" indent="-285750" rtl="0">
                <a:spcBef>
                  <a:spcPts val="400"/>
                </a:spcBef>
                <a:spcAft>
                  <a:spcPts val="500"/>
                </a:spcAft>
                <a:buFont typeface="Arial"/>
                <a:buChar char="•"/>
              </a:pPr>
              <a:r>
                <a:rPr lang="en-US" sz="1800">
                  <a:solidFill>
                    <a:srgbClr val="22292A"/>
                  </a:solidFill>
                  <a:latin typeface="Calibre"/>
                  <a:cs typeface="Arial"/>
                </a:rPr>
                <a:t>Data Cleansing</a:t>
              </a:r>
              <a:r>
                <a:rPr lang="en-US" sz="1800">
                  <a:latin typeface="Calibre"/>
                  <a:cs typeface="Arial"/>
                </a:rPr>
                <a:t>​​</a:t>
              </a:r>
              <a:endParaRPr lang="en-US"/>
            </a:p>
            <a:p>
              <a:pPr marL="285750" indent="-285750" rtl="0">
                <a:spcBef>
                  <a:spcPts val="400"/>
                </a:spcBef>
                <a:spcAft>
                  <a:spcPts val="500"/>
                </a:spcAft>
                <a:buFont typeface="Arial"/>
                <a:buChar char="•"/>
              </a:pPr>
              <a:r>
                <a:rPr lang="en-US" sz="1800">
                  <a:solidFill>
                    <a:srgbClr val="22292A"/>
                  </a:solidFill>
                  <a:latin typeface="Calibre"/>
                  <a:cs typeface="Arial"/>
                </a:rPr>
                <a:t>Data Transformation</a:t>
              </a:r>
              <a:r>
                <a:rPr lang="en-US" sz="1800">
                  <a:latin typeface="Calibre"/>
                  <a:cs typeface="Arial"/>
                </a:rPr>
                <a:t>​​</a:t>
              </a:r>
              <a:endParaRPr lang="en-US"/>
            </a:p>
            <a:p>
              <a:pPr marL="285750" indent="-285750" rtl="0">
                <a:spcBef>
                  <a:spcPts val="400"/>
                </a:spcBef>
                <a:spcAft>
                  <a:spcPts val="500"/>
                </a:spcAft>
                <a:buFont typeface="Arial"/>
                <a:buChar char="•"/>
              </a:pPr>
              <a:r>
                <a:rPr lang="en-US" sz="1800">
                  <a:solidFill>
                    <a:srgbClr val="22292A"/>
                  </a:solidFill>
                  <a:latin typeface="Calibre"/>
                  <a:cs typeface="Arial"/>
                </a:rPr>
                <a:t>Synonym Matching</a:t>
              </a:r>
              <a:r>
                <a:rPr lang="en-US" sz="1800">
                  <a:latin typeface="Calibre"/>
                  <a:cs typeface="Arial"/>
                </a:rPr>
                <a:t>​​</a:t>
              </a:r>
              <a:endParaRPr lang="en-US"/>
            </a:p>
          </p:txBody>
        </p:sp>
        <p:sp>
          <p:nvSpPr>
            <p:cNvPr id="7" name="TextBox 6">
              <a:extLst>
                <a:ext uri="{FF2B5EF4-FFF2-40B4-BE49-F238E27FC236}">
                  <a16:creationId xmlns:a16="http://schemas.microsoft.com/office/drawing/2014/main" id="{45100409-6F9A-B25E-DB3E-8D59AE11CBB7}"/>
                </a:ext>
              </a:extLst>
            </p:cNvPr>
            <p:cNvSpPr txBox="1"/>
            <p:nvPr/>
          </p:nvSpPr>
          <p:spPr>
            <a:xfrm>
              <a:off x="552450" y="4648200"/>
              <a:ext cx="2942977" cy="16927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600">
                  <a:solidFill>
                    <a:srgbClr val="22292A"/>
                  </a:solidFill>
                  <a:latin typeface="Calibre"/>
                  <a:cs typeface="Arial"/>
                </a:rPr>
                <a:t>FAISS only</a:t>
              </a:r>
              <a:endParaRPr lang="en-US" sz="1600">
                <a:latin typeface="Calibre Light"/>
                <a:cs typeface="Arial"/>
              </a:endParaRPr>
            </a:p>
            <a:p>
              <a:pPr marL="285750" indent="-285750" rtl="0">
                <a:spcBef>
                  <a:spcPts val="400"/>
                </a:spcBef>
                <a:spcAft>
                  <a:spcPts val="500"/>
                </a:spcAft>
                <a:buFont typeface="Arial"/>
                <a:buChar char="•"/>
              </a:pPr>
              <a:r>
                <a:rPr lang="en-US" sz="1600">
                  <a:solidFill>
                    <a:srgbClr val="22292A"/>
                  </a:solidFill>
                  <a:latin typeface="Calibre"/>
                  <a:cs typeface="Arial"/>
                </a:rPr>
                <a:t>BM25 Only</a:t>
              </a:r>
              <a:endParaRPr lang="en-US" sz="1600">
                <a:solidFill>
                  <a:srgbClr val="435254"/>
                </a:solidFill>
                <a:cs typeface="Arial"/>
              </a:endParaRPr>
            </a:p>
            <a:p>
              <a:pPr marL="285750" indent="-285750">
                <a:spcBef>
                  <a:spcPts val="400"/>
                </a:spcBef>
                <a:spcAft>
                  <a:spcPts val="500"/>
                </a:spcAft>
                <a:buFont typeface="Arial"/>
                <a:buChar char="•"/>
              </a:pPr>
              <a:r>
                <a:rPr lang="en-IN" sz="1600" b="1" i="1" u="sng">
                  <a:solidFill>
                    <a:srgbClr val="22292A"/>
                  </a:solidFill>
                  <a:latin typeface="Calibre Light"/>
                  <a:cs typeface="Arial"/>
                </a:rPr>
                <a:t>Hybrid (FAISS + BM25)</a:t>
              </a:r>
              <a:r>
                <a:rPr lang="en-IN" sz="1600">
                  <a:latin typeface="Calibre Light"/>
                  <a:cs typeface="Arial"/>
                </a:rPr>
                <a:t> </a:t>
              </a:r>
              <a:endParaRPr lang="en-US" sz="1600">
                <a:latin typeface="Calibre Light"/>
                <a:cs typeface="Arial"/>
              </a:endParaRPr>
            </a:p>
            <a:p>
              <a:pPr marL="285750" indent="-285750">
                <a:spcBef>
                  <a:spcPts val="400"/>
                </a:spcBef>
                <a:spcAft>
                  <a:spcPts val="500"/>
                </a:spcAft>
                <a:buFont typeface="Arial"/>
                <a:buChar char="•"/>
              </a:pPr>
              <a:r>
                <a:rPr lang="en-US" sz="1600">
                  <a:solidFill>
                    <a:srgbClr val="22292A"/>
                  </a:solidFill>
                  <a:latin typeface="Calibre"/>
                  <a:cs typeface="Arial"/>
                </a:rPr>
                <a:t>TF-IDF</a:t>
              </a:r>
            </a:p>
            <a:p>
              <a:pPr marL="285750" indent="-285750">
                <a:spcBef>
                  <a:spcPts val="400"/>
                </a:spcBef>
                <a:spcAft>
                  <a:spcPts val="500"/>
                </a:spcAft>
                <a:buFont typeface="Arial"/>
                <a:buChar char="•"/>
              </a:pPr>
              <a:r>
                <a:rPr lang="en-US" sz="1600">
                  <a:solidFill>
                    <a:srgbClr val="22292A"/>
                  </a:solidFill>
                  <a:latin typeface="Calibre"/>
                  <a:cs typeface="Arial"/>
                </a:rPr>
                <a:t>Elastic Search &amp; </a:t>
              </a:r>
              <a:r>
                <a:rPr lang="en-US" sz="1600" err="1">
                  <a:solidFill>
                    <a:srgbClr val="22292A"/>
                  </a:solidFill>
                  <a:latin typeface="Calibre"/>
                  <a:cs typeface="Arial"/>
                </a:rPr>
                <a:t>Qdrant</a:t>
              </a:r>
              <a:endParaRPr lang="en-US" sz="1600">
                <a:solidFill>
                  <a:srgbClr val="22292A"/>
                </a:solidFill>
                <a:latin typeface="Calibre"/>
                <a:cs typeface="Arial"/>
              </a:endParaRPr>
            </a:p>
          </p:txBody>
        </p:sp>
      </p:grpSp>
      <p:sp>
        <p:nvSpPr>
          <p:cNvPr id="18" name="TextBox 17">
            <a:extLst>
              <a:ext uri="{FF2B5EF4-FFF2-40B4-BE49-F238E27FC236}">
                <a16:creationId xmlns:a16="http://schemas.microsoft.com/office/drawing/2014/main" id="{2CFB8D20-9F15-7F80-B5D1-70F518C974B2}"/>
              </a:ext>
            </a:extLst>
          </p:cNvPr>
          <p:cNvSpPr txBox="1"/>
          <p:nvPr/>
        </p:nvSpPr>
        <p:spPr>
          <a:xfrm>
            <a:off x="4981445" y="3002985"/>
            <a:ext cx="7288549" cy="830997"/>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5400" dirty="0">
                <a:solidFill>
                  <a:srgbClr val="000000"/>
                </a:solidFill>
                <a:latin typeface="Financier Display"/>
              </a:rPr>
              <a:t>Process Overview</a:t>
            </a:r>
            <a:endParaRPr lang="en-US" dirty="0">
              <a:solidFill>
                <a:srgbClr val="000000"/>
              </a:solidFill>
            </a:endParaRPr>
          </a:p>
        </p:txBody>
      </p:sp>
    </p:spTree>
    <p:extLst>
      <p:ext uri="{BB962C8B-B14F-4D97-AF65-F5344CB8AC3E}">
        <p14:creationId xmlns:p14="http://schemas.microsoft.com/office/powerpoint/2010/main" val="2814620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0B4D-DF6F-7FB3-93B2-3008270B147B}"/>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25675F9A-1772-A58C-721C-8CA825109261}"/>
              </a:ext>
            </a:extLst>
          </p:cNvPr>
          <p:cNvGrpSpPr/>
          <p:nvPr/>
        </p:nvGrpSpPr>
        <p:grpSpPr>
          <a:xfrm>
            <a:off x="8204880" y="-29534"/>
            <a:ext cx="4032333" cy="6874944"/>
            <a:chOff x="8203156" y="-10004"/>
            <a:chExt cx="3961710" cy="6874944"/>
          </a:xfrm>
        </p:grpSpPr>
        <p:grpSp>
          <p:nvGrpSpPr>
            <p:cNvPr id="36" name="Group 35">
              <a:extLst>
                <a:ext uri="{FF2B5EF4-FFF2-40B4-BE49-F238E27FC236}">
                  <a16:creationId xmlns:a16="http://schemas.microsoft.com/office/drawing/2014/main" id="{947435D5-482D-D835-5A2F-080684271639}"/>
                </a:ext>
              </a:extLst>
            </p:cNvPr>
            <p:cNvGrpSpPr/>
            <p:nvPr/>
          </p:nvGrpSpPr>
          <p:grpSpPr>
            <a:xfrm>
              <a:off x="8203156" y="-10004"/>
              <a:ext cx="3961709" cy="6874944"/>
              <a:chOff x="-55019" y="-19529"/>
              <a:chExt cx="3961709" cy="6874944"/>
            </a:xfrm>
          </p:grpSpPr>
          <p:sp>
            <p:nvSpPr>
              <p:cNvPr id="41" name="Rectangle 40">
                <a:extLst>
                  <a:ext uri="{FF2B5EF4-FFF2-40B4-BE49-F238E27FC236}">
                    <a16:creationId xmlns:a16="http://schemas.microsoft.com/office/drawing/2014/main" id="{8B2D19E3-B78A-3C85-B825-C5C16AD86F53}"/>
                  </a:ext>
                </a:extLst>
              </p:cNvPr>
              <p:cNvSpPr/>
              <p:nvPr/>
            </p:nvSpPr>
            <p:spPr>
              <a:xfrm>
                <a:off x="-55019" y="-19529"/>
                <a:ext cx="3961709" cy="6874944"/>
              </a:xfrm>
              <a:prstGeom prst="rect">
                <a:avLst/>
              </a:prstGeom>
              <a:solidFill>
                <a:schemeClr val="accent6">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42" name="Flowchart: Alternate Process 41">
                <a:extLst>
                  <a:ext uri="{FF2B5EF4-FFF2-40B4-BE49-F238E27FC236}">
                    <a16:creationId xmlns:a16="http://schemas.microsoft.com/office/drawing/2014/main" id="{01BD611F-367A-D9E0-6358-2B4C2E826FF8}"/>
                  </a:ext>
                </a:extLst>
              </p:cNvPr>
              <p:cNvSpPr/>
              <p:nvPr/>
            </p:nvSpPr>
            <p:spPr>
              <a:xfrm>
                <a:off x="132818" y="71183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sp>
            <p:nvSpPr>
              <p:cNvPr id="43" name="Flowchart: Alternate Process 42">
                <a:extLst>
                  <a:ext uri="{FF2B5EF4-FFF2-40B4-BE49-F238E27FC236}">
                    <a16:creationId xmlns:a16="http://schemas.microsoft.com/office/drawing/2014/main" id="{523547DA-572F-F21A-4742-658EAFA0DB63}"/>
                  </a:ext>
                </a:extLst>
              </p:cNvPr>
              <p:cNvSpPr/>
              <p:nvPr/>
            </p:nvSpPr>
            <p:spPr>
              <a:xfrm>
                <a:off x="132817" y="369459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sp>
          <p:nvSpPr>
            <p:cNvPr id="37" name="TextBox 36">
              <a:extLst>
                <a:ext uri="{FF2B5EF4-FFF2-40B4-BE49-F238E27FC236}">
                  <a16:creationId xmlns:a16="http://schemas.microsoft.com/office/drawing/2014/main" id="{33A86105-AECA-76B4-6B98-0BC15D4B0B2C}"/>
                </a:ext>
              </a:extLst>
            </p:cNvPr>
            <p:cNvSpPr txBox="1"/>
            <p:nvPr/>
          </p:nvSpPr>
          <p:spPr>
            <a:xfrm>
              <a:off x="8610599" y="942974"/>
              <a:ext cx="35542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dirty="0">
                  <a:solidFill>
                    <a:srgbClr val="000000"/>
                  </a:solidFill>
                  <a:latin typeface="Calibre Light"/>
                  <a:cs typeface="Arial"/>
                </a:rPr>
                <a:t>5. Query Handling and LLM</a:t>
              </a:r>
              <a:br>
                <a:rPr lang="en-US" sz="1800" b="1" dirty="0">
                  <a:solidFill>
                    <a:srgbClr val="000000"/>
                  </a:solidFill>
                  <a:latin typeface="Calibre Light"/>
                  <a:cs typeface="Arial"/>
                </a:rPr>
              </a:br>
              <a:r>
                <a:rPr lang="en-US" sz="1800" b="1" dirty="0">
                  <a:solidFill>
                    <a:srgbClr val="000000"/>
                  </a:solidFill>
                  <a:latin typeface="Calibre Light"/>
                  <a:cs typeface="Arial"/>
                </a:rPr>
                <a:t>    Reasoning</a:t>
              </a:r>
              <a:endParaRPr lang="en-US" dirty="0"/>
            </a:p>
          </p:txBody>
        </p:sp>
        <p:sp>
          <p:nvSpPr>
            <p:cNvPr id="38" name="TextBox 37">
              <a:extLst>
                <a:ext uri="{FF2B5EF4-FFF2-40B4-BE49-F238E27FC236}">
                  <a16:creationId xmlns:a16="http://schemas.microsoft.com/office/drawing/2014/main" id="{DC95EF26-5668-DD15-D9CF-F04CC371901E}"/>
                </a:ext>
              </a:extLst>
            </p:cNvPr>
            <p:cNvSpPr txBox="1"/>
            <p:nvPr/>
          </p:nvSpPr>
          <p:spPr>
            <a:xfrm>
              <a:off x="8610600" y="1647825"/>
              <a:ext cx="2942977" cy="12234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Light"/>
                  <a:cs typeface="Arial"/>
                </a:rPr>
                <a:t>Hybrid Retrieval (</a:t>
              </a:r>
              <a:r>
                <a:rPr lang="en-US" sz="1800" dirty="0" err="1">
                  <a:solidFill>
                    <a:srgbClr val="22292A"/>
                  </a:solidFill>
                  <a:latin typeface="Calibre Light"/>
                  <a:cs typeface="Arial"/>
                </a:rPr>
                <a:t>lookup,aggregation</a:t>
              </a:r>
              <a:r>
                <a:rPr lang="en-US" sz="1800" dirty="0">
                  <a:solidFill>
                    <a:srgbClr val="22292A"/>
                  </a:solidFill>
                  <a:latin typeface="Calibre Light"/>
                  <a:cs typeface="Arial"/>
                </a:rPr>
                <a:t>)</a:t>
              </a:r>
              <a:endParaRPr lang="en-US" sz="1800" dirty="0">
                <a:solidFill>
                  <a:srgbClr val="435254"/>
                </a:solidFill>
                <a:latin typeface="Arial"/>
                <a:cs typeface="Arial"/>
              </a:endParaRPr>
            </a:p>
            <a:p>
              <a:pPr marL="285750" indent="-285750">
                <a:spcBef>
                  <a:spcPts val="400"/>
                </a:spcBef>
                <a:spcAft>
                  <a:spcPts val="500"/>
                </a:spcAft>
                <a:buFont typeface="Arial"/>
                <a:buChar char="•"/>
              </a:pPr>
              <a:r>
                <a:rPr lang="en-US" sz="1800" dirty="0">
                  <a:solidFill>
                    <a:srgbClr val="22292A"/>
                  </a:solidFill>
                  <a:latin typeface="Arial"/>
                  <a:cs typeface="Arial"/>
                </a:rPr>
                <a:t>File Summarization or Explanation</a:t>
              </a:r>
              <a:r>
                <a:rPr lang="en-US" sz="1800" dirty="0">
                  <a:solidFill>
                    <a:srgbClr val="435254"/>
                  </a:solidFill>
                  <a:latin typeface="Arial"/>
                  <a:cs typeface="Arial"/>
                </a:rPr>
                <a:t> </a:t>
              </a:r>
              <a:endParaRPr lang="en-US" sz="1800" dirty="0">
                <a:latin typeface="Arial"/>
                <a:cs typeface="Arial"/>
              </a:endParaRPr>
            </a:p>
          </p:txBody>
        </p:sp>
        <p:sp>
          <p:nvSpPr>
            <p:cNvPr id="39" name="TextBox 38">
              <a:extLst>
                <a:ext uri="{FF2B5EF4-FFF2-40B4-BE49-F238E27FC236}">
                  <a16:creationId xmlns:a16="http://schemas.microsoft.com/office/drawing/2014/main" id="{01EC572E-937E-1A39-DAB2-02D6DE7401BA}"/>
                </a:ext>
              </a:extLst>
            </p:cNvPr>
            <p:cNvSpPr txBox="1"/>
            <p:nvPr/>
          </p:nvSpPr>
          <p:spPr>
            <a:xfrm>
              <a:off x="8610599" y="3914774"/>
              <a:ext cx="31732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a:solidFill>
                    <a:srgbClr val="000000"/>
                  </a:solidFill>
                  <a:latin typeface="Calibre Light"/>
                  <a:cs typeface="Arial"/>
                </a:rPr>
                <a:t>6. Frontend UX and Output</a:t>
              </a:r>
              <a:br>
                <a:rPr lang="en-US" sz="1800" b="1">
                  <a:solidFill>
                    <a:srgbClr val="000000"/>
                  </a:solidFill>
                  <a:latin typeface="Calibre Light"/>
                  <a:cs typeface="Arial"/>
                </a:rPr>
              </a:br>
              <a:r>
                <a:rPr lang="en-US" sz="1800" b="1">
                  <a:solidFill>
                    <a:srgbClr val="000000"/>
                  </a:solidFill>
                  <a:latin typeface="Calibre Light"/>
                  <a:cs typeface="Arial"/>
                </a:rPr>
                <a:t>    Formatting</a:t>
              </a:r>
              <a:endParaRPr lang="en-US"/>
            </a:p>
          </p:txBody>
        </p:sp>
        <p:sp>
          <p:nvSpPr>
            <p:cNvPr id="40" name="TextBox 39">
              <a:extLst>
                <a:ext uri="{FF2B5EF4-FFF2-40B4-BE49-F238E27FC236}">
                  <a16:creationId xmlns:a16="http://schemas.microsoft.com/office/drawing/2014/main" id="{A9A0A14F-06A8-85A2-116A-A9CB1F1685F2}"/>
                </a:ext>
              </a:extLst>
            </p:cNvPr>
            <p:cNvSpPr txBox="1"/>
            <p:nvPr/>
          </p:nvSpPr>
          <p:spPr>
            <a:xfrm>
              <a:off x="8610599" y="4724400"/>
              <a:ext cx="2942977" cy="10618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a:solidFill>
                    <a:srgbClr val="22292A"/>
                  </a:solidFill>
                  <a:latin typeface="Calibre Light"/>
                  <a:cs typeface="Arial"/>
                </a:rPr>
                <a:t>Chat Interface</a:t>
              </a:r>
              <a:endParaRPr lang="en-US" sz="1800">
                <a:solidFill>
                  <a:srgbClr val="435254"/>
                </a:solidFill>
                <a:latin typeface="Arial"/>
                <a:cs typeface="Arial"/>
              </a:endParaRPr>
            </a:p>
            <a:p>
              <a:pPr marL="285750" indent="-285750">
                <a:spcBef>
                  <a:spcPts val="400"/>
                </a:spcBef>
                <a:spcAft>
                  <a:spcPts val="500"/>
                </a:spcAft>
                <a:buFont typeface="Arial"/>
                <a:buChar char="•"/>
              </a:pPr>
              <a:r>
                <a:rPr lang="en-US" sz="1800">
                  <a:solidFill>
                    <a:srgbClr val="22292A"/>
                  </a:solidFill>
                  <a:latin typeface="Calibre Light"/>
                  <a:cs typeface="Arial"/>
                </a:rPr>
                <a:t>File Upload</a:t>
              </a:r>
            </a:p>
            <a:p>
              <a:pPr marL="285750" indent="-285750">
                <a:spcBef>
                  <a:spcPts val="400"/>
                </a:spcBef>
                <a:spcAft>
                  <a:spcPts val="500"/>
                </a:spcAft>
                <a:buFont typeface="Arial"/>
                <a:buChar char="•"/>
              </a:pPr>
              <a:r>
                <a:rPr lang="en-US" sz="1800">
                  <a:solidFill>
                    <a:srgbClr val="22292A"/>
                  </a:solidFill>
                  <a:latin typeface="Calibre Light"/>
                  <a:cs typeface="Arial"/>
                </a:rPr>
                <a:t>Natural Sentence Rendering</a:t>
              </a:r>
            </a:p>
          </p:txBody>
        </p:sp>
      </p:grpSp>
      <p:grpSp>
        <p:nvGrpSpPr>
          <p:cNvPr id="25" name="Group 24">
            <a:extLst>
              <a:ext uri="{FF2B5EF4-FFF2-40B4-BE49-F238E27FC236}">
                <a16:creationId xmlns:a16="http://schemas.microsoft.com/office/drawing/2014/main" id="{14291CED-0058-4CF8-3484-80F8B13D1AB1}"/>
              </a:ext>
            </a:extLst>
          </p:cNvPr>
          <p:cNvGrpSpPr/>
          <p:nvPr/>
        </p:nvGrpSpPr>
        <p:grpSpPr>
          <a:xfrm>
            <a:off x="4019457" y="-14767"/>
            <a:ext cx="4198300" cy="6865419"/>
            <a:chOff x="-171450" y="-3710"/>
            <a:chExt cx="4198300" cy="6865419"/>
          </a:xfrm>
        </p:grpSpPr>
        <p:sp>
          <p:nvSpPr>
            <p:cNvPr id="30" name="Rectangle 29">
              <a:extLst>
                <a:ext uri="{FF2B5EF4-FFF2-40B4-BE49-F238E27FC236}">
                  <a16:creationId xmlns:a16="http://schemas.microsoft.com/office/drawing/2014/main" id="{FE67900C-3C04-653A-E886-1EF247623066}"/>
                </a:ext>
              </a:extLst>
            </p:cNvPr>
            <p:cNvSpPr/>
            <p:nvPr/>
          </p:nvSpPr>
          <p:spPr>
            <a:xfrm>
              <a:off x="-171450" y="-3710"/>
              <a:ext cx="4198300" cy="6865419"/>
            </a:xfrm>
            <a:prstGeom prst="re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
          <p:nvSpPr>
            <p:cNvPr id="33" name="Flowchart: Alternate Process 32">
              <a:extLst>
                <a:ext uri="{FF2B5EF4-FFF2-40B4-BE49-F238E27FC236}">
                  <a16:creationId xmlns:a16="http://schemas.microsoft.com/office/drawing/2014/main" id="{E176583B-BA02-70AE-42CA-5A2E0ADB2C0B}"/>
                </a:ext>
              </a:extLst>
            </p:cNvPr>
            <p:cNvSpPr/>
            <p:nvPr/>
          </p:nvSpPr>
          <p:spPr>
            <a:xfrm>
              <a:off x="66142" y="3723169"/>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grpSp>
        <p:nvGrpSpPr>
          <p:cNvPr id="12" name="Group 11">
            <a:extLst>
              <a:ext uri="{FF2B5EF4-FFF2-40B4-BE49-F238E27FC236}">
                <a16:creationId xmlns:a16="http://schemas.microsoft.com/office/drawing/2014/main" id="{4654D3C8-7620-6E9C-522D-928A32272085}"/>
              </a:ext>
            </a:extLst>
          </p:cNvPr>
          <p:cNvGrpSpPr/>
          <p:nvPr/>
        </p:nvGrpSpPr>
        <p:grpSpPr>
          <a:xfrm>
            <a:off x="0" y="-13235"/>
            <a:ext cx="4393423" cy="6865419"/>
            <a:chOff x="85725" y="-3710"/>
            <a:chExt cx="4393423" cy="6865419"/>
          </a:xfrm>
        </p:grpSpPr>
        <p:grpSp>
          <p:nvGrpSpPr>
            <p:cNvPr id="3" name="Group 2">
              <a:extLst>
                <a:ext uri="{FF2B5EF4-FFF2-40B4-BE49-F238E27FC236}">
                  <a16:creationId xmlns:a16="http://schemas.microsoft.com/office/drawing/2014/main" id="{B7635234-F02E-512C-0E86-8F3ECFEAFEDC}"/>
                </a:ext>
              </a:extLst>
            </p:cNvPr>
            <p:cNvGrpSpPr/>
            <p:nvPr/>
          </p:nvGrpSpPr>
          <p:grpSpPr>
            <a:xfrm>
              <a:off x="85725" y="-3710"/>
              <a:ext cx="4393423" cy="6865419"/>
              <a:chOff x="0" y="-13235"/>
              <a:chExt cx="4393423" cy="6865419"/>
            </a:xfrm>
          </p:grpSpPr>
          <p:sp>
            <p:nvSpPr>
              <p:cNvPr id="8" name="Rectangle 7">
                <a:extLst>
                  <a:ext uri="{FF2B5EF4-FFF2-40B4-BE49-F238E27FC236}">
                    <a16:creationId xmlns:a16="http://schemas.microsoft.com/office/drawing/2014/main" id="{801C70BD-0286-0B4B-345E-16A34E124FA1}"/>
                  </a:ext>
                </a:extLst>
              </p:cNvPr>
              <p:cNvSpPr/>
              <p:nvPr/>
            </p:nvSpPr>
            <p:spPr>
              <a:xfrm>
                <a:off x="0" y="-13235"/>
                <a:ext cx="4036375" cy="6865419"/>
              </a:xfrm>
              <a:prstGeom prst="re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sp>
            <p:nvSpPr>
              <p:cNvPr id="9" name="Flowchart: Extract 8">
                <a:extLst>
                  <a:ext uri="{FF2B5EF4-FFF2-40B4-BE49-F238E27FC236}">
                    <a16:creationId xmlns:a16="http://schemas.microsoft.com/office/drawing/2014/main" id="{848DE0B6-8D33-171E-90AC-6953093D1B29}"/>
                  </a:ext>
                </a:extLst>
              </p:cNvPr>
              <p:cNvSpPr/>
              <p:nvPr/>
            </p:nvSpPr>
            <p:spPr>
              <a:xfrm rot="5400000">
                <a:off x="3812742" y="3411781"/>
                <a:ext cx="797185" cy="364176"/>
              </a:xfrm>
              <a:prstGeom prst="flowChartExtra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sp>
            <p:nvSpPr>
              <p:cNvPr id="10" name="Flowchart: Alternate Process 9">
                <a:extLst>
                  <a:ext uri="{FF2B5EF4-FFF2-40B4-BE49-F238E27FC236}">
                    <a16:creationId xmlns:a16="http://schemas.microsoft.com/office/drawing/2014/main" id="{C0AC5C9F-DA58-0DA9-B723-39A28CE8E4DF}"/>
                  </a:ext>
                </a:extLst>
              </p:cNvPr>
              <p:cNvSpPr/>
              <p:nvPr/>
            </p:nvSpPr>
            <p:spPr>
              <a:xfrm>
                <a:off x="142343" y="711834"/>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sp>
            <p:nvSpPr>
              <p:cNvPr id="11" name="Flowchart: Alternate Process 10">
                <a:extLst>
                  <a:ext uri="{FF2B5EF4-FFF2-40B4-BE49-F238E27FC236}">
                    <a16:creationId xmlns:a16="http://schemas.microsoft.com/office/drawing/2014/main" id="{D7CF4EA1-471D-809C-680B-C195AC7ACEF4}"/>
                  </a:ext>
                </a:extLst>
              </p:cNvPr>
              <p:cNvSpPr/>
              <p:nvPr/>
            </p:nvSpPr>
            <p:spPr>
              <a:xfrm>
                <a:off x="142342" y="3723169"/>
                <a:ext cx="3644583" cy="2729074"/>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a:solidFill>
                    <a:schemeClr val="tx1">
                      <a:lumMod val="50000"/>
                    </a:schemeClr>
                  </a:solidFill>
                </a:endParaRPr>
              </a:p>
            </p:txBody>
          </p:sp>
        </p:grpSp>
        <p:sp>
          <p:nvSpPr>
            <p:cNvPr id="4" name="TextBox 3">
              <a:extLst>
                <a:ext uri="{FF2B5EF4-FFF2-40B4-BE49-F238E27FC236}">
                  <a16:creationId xmlns:a16="http://schemas.microsoft.com/office/drawing/2014/main" id="{049E47AD-81ED-3251-8A8A-E5964B431474}"/>
                </a:ext>
              </a:extLst>
            </p:cNvPr>
            <p:cNvSpPr txBox="1"/>
            <p:nvPr/>
          </p:nvSpPr>
          <p:spPr>
            <a:xfrm>
              <a:off x="561974" y="1076325"/>
              <a:ext cx="2982767"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a:solidFill>
                    <a:srgbClr val="000000"/>
                  </a:solidFill>
                  <a:latin typeface="Calibre Light"/>
                  <a:cs typeface="Arial"/>
                </a:rPr>
                <a:t> 1. Data Preprocessing </a:t>
              </a:r>
              <a:endParaRPr lang="en-US" sz="1800" b="1">
                <a:solidFill>
                  <a:srgbClr val="000000"/>
                </a:solidFill>
                <a:cs typeface="Arial"/>
              </a:endParaRPr>
            </a:p>
          </p:txBody>
        </p:sp>
        <p:sp>
          <p:nvSpPr>
            <p:cNvPr id="5" name="TextBox 4">
              <a:extLst>
                <a:ext uri="{FF2B5EF4-FFF2-40B4-BE49-F238E27FC236}">
                  <a16:creationId xmlns:a16="http://schemas.microsoft.com/office/drawing/2014/main" id="{432C3A2E-4A0E-92A9-B922-E0B3E969CA2F}"/>
                </a:ext>
              </a:extLst>
            </p:cNvPr>
            <p:cNvSpPr txBox="1"/>
            <p:nvPr/>
          </p:nvSpPr>
          <p:spPr>
            <a:xfrm>
              <a:off x="571499" y="3962400"/>
              <a:ext cx="229696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IN" sz="1800" b="1">
                  <a:solidFill>
                    <a:srgbClr val="000000"/>
                  </a:solidFill>
                  <a:latin typeface="Calibre Light"/>
                  <a:cs typeface="Arial"/>
                </a:rPr>
                <a:t>2. Retrieval Strategy</a:t>
              </a:r>
              <a:br>
                <a:rPr lang="en-IN" sz="1800" b="1">
                  <a:solidFill>
                    <a:srgbClr val="000000"/>
                  </a:solidFill>
                  <a:latin typeface="Calibre Light"/>
                  <a:cs typeface="Arial"/>
                </a:rPr>
              </a:br>
              <a:r>
                <a:rPr lang="en-IN" sz="1800" b="1">
                  <a:solidFill>
                    <a:srgbClr val="000000"/>
                  </a:solidFill>
                  <a:latin typeface="Calibre Light"/>
                  <a:cs typeface="Arial"/>
                </a:rPr>
                <a:t>    Experimentation</a:t>
              </a:r>
              <a:r>
                <a:rPr lang="en-US" sz="1800" b="1">
                  <a:solidFill>
                    <a:srgbClr val="000000"/>
                  </a:solidFill>
                  <a:latin typeface="Calibre Light"/>
                  <a:cs typeface="Arial"/>
                </a:rPr>
                <a:t> </a:t>
              </a:r>
              <a:endParaRPr lang="en-US" sz="1800" b="1">
                <a:solidFill>
                  <a:srgbClr val="000000"/>
                </a:solidFill>
                <a:cs typeface="Arial"/>
              </a:endParaRPr>
            </a:p>
          </p:txBody>
        </p:sp>
        <p:sp>
          <p:nvSpPr>
            <p:cNvPr id="6" name="TextBox 5">
              <a:extLst>
                <a:ext uri="{FF2B5EF4-FFF2-40B4-BE49-F238E27FC236}">
                  <a16:creationId xmlns:a16="http://schemas.microsoft.com/office/drawing/2014/main" id="{A6D439E8-00A5-F668-B9FD-D4E91AB34D86}"/>
                </a:ext>
              </a:extLst>
            </p:cNvPr>
            <p:cNvSpPr txBox="1"/>
            <p:nvPr/>
          </p:nvSpPr>
          <p:spPr>
            <a:xfrm>
              <a:off x="571500" y="1609725"/>
              <a:ext cx="2942977" cy="14542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rtl="0">
                <a:spcBef>
                  <a:spcPts val="400"/>
                </a:spcBef>
                <a:spcAft>
                  <a:spcPts val="500"/>
                </a:spcAft>
                <a:buFont typeface="Arial"/>
                <a:buChar char="•"/>
              </a:pPr>
              <a:r>
                <a:rPr lang="en-US" sz="1800">
                  <a:solidFill>
                    <a:srgbClr val="22292A"/>
                  </a:solidFill>
                  <a:latin typeface="Calibre"/>
                  <a:cs typeface="Arial"/>
                </a:rPr>
                <a:t>Exploratory Data Analysis</a:t>
              </a:r>
              <a:r>
                <a:rPr lang="en-US" sz="1800">
                  <a:latin typeface="Calibre"/>
                  <a:cs typeface="Arial"/>
                </a:rPr>
                <a:t>​​</a:t>
              </a:r>
              <a:endParaRPr lang="en-US" sz="1800">
                <a:latin typeface="Calibre Light"/>
                <a:cs typeface="Arial"/>
              </a:endParaRPr>
            </a:p>
            <a:p>
              <a:pPr marL="285750" indent="-285750" rtl="0">
                <a:spcBef>
                  <a:spcPts val="400"/>
                </a:spcBef>
                <a:spcAft>
                  <a:spcPts val="500"/>
                </a:spcAft>
                <a:buFont typeface="Arial"/>
                <a:buChar char="•"/>
              </a:pPr>
              <a:r>
                <a:rPr lang="en-US" sz="1800">
                  <a:solidFill>
                    <a:srgbClr val="22292A"/>
                  </a:solidFill>
                  <a:latin typeface="Calibre"/>
                  <a:cs typeface="Arial"/>
                </a:rPr>
                <a:t>Data Cleansing</a:t>
              </a:r>
              <a:r>
                <a:rPr lang="en-US" sz="1800">
                  <a:latin typeface="Calibre"/>
                  <a:cs typeface="Arial"/>
                </a:rPr>
                <a:t>​​</a:t>
              </a:r>
              <a:endParaRPr lang="en-US"/>
            </a:p>
            <a:p>
              <a:pPr marL="285750" indent="-285750" rtl="0">
                <a:spcBef>
                  <a:spcPts val="400"/>
                </a:spcBef>
                <a:spcAft>
                  <a:spcPts val="500"/>
                </a:spcAft>
                <a:buFont typeface="Arial"/>
                <a:buChar char="•"/>
              </a:pPr>
              <a:r>
                <a:rPr lang="en-US" sz="1800">
                  <a:solidFill>
                    <a:srgbClr val="22292A"/>
                  </a:solidFill>
                  <a:latin typeface="Calibre"/>
                  <a:cs typeface="Arial"/>
                </a:rPr>
                <a:t>Data Transformation</a:t>
              </a:r>
              <a:r>
                <a:rPr lang="en-US" sz="1800">
                  <a:latin typeface="Calibre"/>
                  <a:cs typeface="Arial"/>
                </a:rPr>
                <a:t>​​</a:t>
              </a:r>
              <a:endParaRPr lang="en-US"/>
            </a:p>
            <a:p>
              <a:pPr marL="285750" indent="-285750" rtl="0">
                <a:spcBef>
                  <a:spcPts val="400"/>
                </a:spcBef>
                <a:spcAft>
                  <a:spcPts val="500"/>
                </a:spcAft>
                <a:buFont typeface="Arial"/>
                <a:buChar char="•"/>
              </a:pPr>
              <a:r>
                <a:rPr lang="en-US" sz="1800">
                  <a:solidFill>
                    <a:srgbClr val="22292A"/>
                  </a:solidFill>
                  <a:latin typeface="Calibre"/>
                  <a:cs typeface="Arial"/>
                </a:rPr>
                <a:t>Synonym Matching</a:t>
              </a:r>
              <a:r>
                <a:rPr lang="en-US" sz="1800">
                  <a:latin typeface="Calibre"/>
                  <a:cs typeface="Arial"/>
                </a:rPr>
                <a:t>​​</a:t>
              </a:r>
              <a:endParaRPr lang="en-US"/>
            </a:p>
          </p:txBody>
        </p:sp>
        <p:sp>
          <p:nvSpPr>
            <p:cNvPr id="7" name="TextBox 6">
              <a:extLst>
                <a:ext uri="{FF2B5EF4-FFF2-40B4-BE49-F238E27FC236}">
                  <a16:creationId xmlns:a16="http://schemas.microsoft.com/office/drawing/2014/main" id="{8F8B3059-BB9D-8869-0160-0FFD4A73E37F}"/>
                </a:ext>
              </a:extLst>
            </p:cNvPr>
            <p:cNvSpPr txBox="1"/>
            <p:nvPr/>
          </p:nvSpPr>
          <p:spPr>
            <a:xfrm>
              <a:off x="552450" y="4648200"/>
              <a:ext cx="2942977" cy="16927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600">
                  <a:solidFill>
                    <a:srgbClr val="22292A"/>
                  </a:solidFill>
                  <a:latin typeface="Calibre"/>
                  <a:cs typeface="Arial"/>
                </a:rPr>
                <a:t>FAISS only</a:t>
              </a:r>
              <a:endParaRPr lang="en-US" sz="1600">
                <a:latin typeface="Calibre Light"/>
                <a:cs typeface="Arial"/>
              </a:endParaRPr>
            </a:p>
            <a:p>
              <a:pPr marL="285750" indent="-285750" rtl="0">
                <a:spcBef>
                  <a:spcPts val="400"/>
                </a:spcBef>
                <a:spcAft>
                  <a:spcPts val="500"/>
                </a:spcAft>
                <a:buFont typeface="Arial"/>
                <a:buChar char="•"/>
              </a:pPr>
              <a:r>
                <a:rPr lang="en-US" sz="1600">
                  <a:solidFill>
                    <a:srgbClr val="22292A"/>
                  </a:solidFill>
                  <a:latin typeface="Calibre"/>
                  <a:cs typeface="Arial"/>
                </a:rPr>
                <a:t>BM25 Only</a:t>
              </a:r>
              <a:endParaRPr lang="en-US" sz="1600">
                <a:solidFill>
                  <a:srgbClr val="435254"/>
                </a:solidFill>
                <a:cs typeface="Arial"/>
              </a:endParaRPr>
            </a:p>
            <a:p>
              <a:pPr marL="285750" indent="-285750">
                <a:spcBef>
                  <a:spcPts val="400"/>
                </a:spcBef>
                <a:spcAft>
                  <a:spcPts val="500"/>
                </a:spcAft>
                <a:buFont typeface="Arial"/>
                <a:buChar char="•"/>
              </a:pPr>
              <a:r>
                <a:rPr lang="en-IN" sz="1600" b="1" i="1" u="sng">
                  <a:solidFill>
                    <a:srgbClr val="22292A"/>
                  </a:solidFill>
                  <a:latin typeface="Calibre Light"/>
                  <a:cs typeface="Arial"/>
                </a:rPr>
                <a:t>Hybrid (FAISS + BM25)</a:t>
              </a:r>
              <a:r>
                <a:rPr lang="en-IN" sz="1600">
                  <a:latin typeface="Calibre Light"/>
                  <a:cs typeface="Arial"/>
                </a:rPr>
                <a:t> </a:t>
              </a:r>
              <a:endParaRPr lang="en-US" sz="1600">
                <a:latin typeface="Calibre Light"/>
                <a:cs typeface="Arial"/>
              </a:endParaRPr>
            </a:p>
            <a:p>
              <a:pPr marL="285750" indent="-285750">
                <a:spcBef>
                  <a:spcPts val="400"/>
                </a:spcBef>
                <a:spcAft>
                  <a:spcPts val="500"/>
                </a:spcAft>
                <a:buFont typeface="Arial"/>
                <a:buChar char="•"/>
              </a:pPr>
              <a:r>
                <a:rPr lang="en-US" sz="1600">
                  <a:solidFill>
                    <a:srgbClr val="22292A"/>
                  </a:solidFill>
                  <a:latin typeface="Calibre"/>
                  <a:cs typeface="Arial"/>
                </a:rPr>
                <a:t>TF-IDF</a:t>
              </a:r>
            </a:p>
            <a:p>
              <a:pPr marL="285750" indent="-285750">
                <a:spcBef>
                  <a:spcPts val="400"/>
                </a:spcBef>
                <a:spcAft>
                  <a:spcPts val="500"/>
                </a:spcAft>
                <a:buFont typeface="Arial"/>
                <a:buChar char="•"/>
              </a:pPr>
              <a:r>
                <a:rPr lang="en-US" sz="1600">
                  <a:solidFill>
                    <a:srgbClr val="22292A"/>
                  </a:solidFill>
                  <a:latin typeface="Calibre"/>
                  <a:cs typeface="Arial"/>
                </a:rPr>
                <a:t>Elastic Search &amp; </a:t>
              </a:r>
              <a:r>
                <a:rPr lang="en-US" sz="1600" err="1">
                  <a:solidFill>
                    <a:srgbClr val="22292A"/>
                  </a:solidFill>
                  <a:latin typeface="Calibre"/>
                  <a:cs typeface="Arial"/>
                </a:rPr>
                <a:t>Qdrant</a:t>
              </a:r>
              <a:endParaRPr lang="en-US" sz="1600">
                <a:solidFill>
                  <a:srgbClr val="22292A"/>
                </a:solidFill>
                <a:latin typeface="Calibre"/>
                <a:cs typeface="Arial"/>
              </a:endParaRPr>
            </a:p>
          </p:txBody>
        </p:sp>
      </p:grpSp>
      <p:sp>
        <p:nvSpPr>
          <p:cNvPr id="13" name="Flowchart: Extract 12">
            <a:extLst>
              <a:ext uri="{FF2B5EF4-FFF2-40B4-BE49-F238E27FC236}">
                <a16:creationId xmlns:a16="http://schemas.microsoft.com/office/drawing/2014/main" id="{02EB0AA3-10D0-1B3C-3FD1-77CF22BAF324}"/>
              </a:ext>
            </a:extLst>
          </p:cNvPr>
          <p:cNvSpPr/>
          <p:nvPr/>
        </p:nvSpPr>
        <p:spPr>
          <a:xfrm rot="5400000">
            <a:off x="7969018" y="3403948"/>
            <a:ext cx="797185" cy="364176"/>
          </a:xfrm>
          <a:prstGeom prst="flowChartExtra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sp>
        <p:nvSpPr>
          <p:cNvPr id="15" name="Title 3">
            <a:extLst>
              <a:ext uri="{FF2B5EF4-FFF2-40B4-BE49-F238E27FC236}">
                <a16:creationId xmlns:a16="http://schemas.microsoft.com/office/drawing/2014/main" id="{2DF9AEA3-4F08-0BD3-577C-FE855D6E148F}"/>
              </a:ext>
            </a:extLst>
          </p:cNvPr>
          <p:cNvSpPr txBox="1">
            <a:spLocks/>
          </p:cNvSpPr>
          <p:nvPr/>
        </p:nvSpPr>
        <p:spPr>
          <a:xfrm>
            <a:off x="4560299" y="123825"/>
            <a:ext cx="3857625" cy="681865"/>
          </a:xfrm>
          <a:prstGeom prst="rect">
            <a:avLst/>
          </a:prstGeom>
        </p:spPr>
        <p:txBody>
          <a:bodyPr vert="horz" lIns="0" tIns="0" rIns="0" bIns="0" rtlCol="0" anchor="t">
            <a:noAutofit/>
          </a:bodyPr>
          <a:lstStyle>
            <a:lvl1pPr eaLnBrk="1" hangingPunct="1">
              <a:lnSpc>
                <a:spcPct val="85000"/>
              </a:lnSpc>
              <a:defRPr sz="5400" kern="1200" baseline="0">
                <a:solidFill>
                  <a:schemeClr val="accent6"/>
                </a:solidFill>
                <a:latin typeface="+mj-lt"/>
                <a:ea typeface="+mj-ea"/>
                <a:cs typeface="+mj-cs"/>
              </a:defRPr>
            </a:lvl1pPr>
          </a:lstStyle>
          <a:p>
            <a:pPr>
              <a:spcBef>
                <a:spcPts val="0"/>
              </a:spcBef>
              <a:spcAft>
                <a:spcPts val="0"/>
              </a:spcAft>
            </a:pPr>
            <a:r>
              <a:rPr lang="en-US" sz="3200">
                <a:solidFill>
                  <a:srgbClr val="000000"/>
                </a:solidFill>
              </a:rPr>
              <a:t>Process Overview</a:t>
            </a:r>
          </a:p>
        </p:txBody>
      </p:sp>
      <p:sp>
        <p:nvSpPr>
          <p:cNvPr id="2" name="Flowchart: Alternate Process 1">
            <a:extLst>
              <a:ext uri="{FF2B5EF4-FFF2-40B4-BE49-F238E27FC236}">
                <a16:creationId xmlns:a16="http://schemas.microsoft.com/office/drawing/2014/main" id="{65C7F759-40A9-782A-B098-0C27EE8782D9}"/>
              </a:ext>
            </a:extLst>
          </p:cNvPr>
          <p:cNvSpPr/>
          <p:nvPr/>
        </p:nvSpPr>
        <p:spPr>
          <a:xfrm>
            <a:off x="4345093" y="753959"/>
            <a:ext cx="3644583" cy="2706109"/>
          </a:xfrm>
          <a:prstGeom prst="flowChartAlternateProcess">
            <a:avLst/>
          </a:prstGeom>
          <a:solidFill>
            <a:schemeClr val="accent6">
              <a:lumMod val="10000"/>
              <a:lumOff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endParaRPr lang="en-US" b="1" dirty="0">
              <a:solidFill>
                <a:schemeClr val="tx1">
                  <a:lumMod val="50000"/>
                </a:schemeClr>
              </a:solidFill>
            </a:endParaRPr>
          </a:p>
        </p:txBody>
      </p:sp>
      <p:sp>
        <p:nvSpPr>
          <p:cNvPr id="24" name="TextBox 23">
            <a:extLst>
              <a:ext uri="{FF2B5EF4-FFF2-40B4-BE49-F238E27FC236}">
                <a16:creationId xmlns:a16="http://schemas.microsoft.com/office/drawing/2014/main" id="{A6876EB0-0D42-4240-CF6A-344AB232042E}"/>
              </a:ext>
            </a:extLst>
          </p:cNvPr>
          <p:cNvSpPr txBox="1"/>
          <p:nvPr/>
        </p:nvSpPr>
        <p:spPr>
          <a:xfrm>
            <a:off x="4533899" y="1677402"/>
            <a:ext cx="3371602" cy="14542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a:cs typeface="Arial"/>
              </a:rPr>
              <a:t>Vector Database generation</a:t>
            </a:r>
          </a:p>
          <a:p>
            <a:pPr marL="285750" indent="-285750">
              <a:spcBef>
                <a:spcPts val="400"/>
              </a:spcBef>
              <a:spcAft>
                <a:spcPts val="500"/>
              </a:spcAft>
              <a:buFont typeface="Arial"/>
              <a:buChar char="•"/>
            </a:pPr>
            <a:r>
              <a:rPr lang="en-US" sz="1800" dirty="0">
                <a:solidFill>
                  <a:srgbClr val="22292A"/>
                </a:solidFill>
                <a:latin typeface="Calibre"/>
                <a:cs typeface="Arial"/>
              </a:rPr>
              <a:t>FAISS Index Construction</a:t>
            </a:r>
            <a:endParaRPr lang="en-US" sz="1800" dirty="0"/>
          </a:p>
          <a:p>
            <a:pPr marL="285750" indent="-285750">
              <a:spcBef>
                <a:spcPts val="400"/>
              </a:spcBef>
              <a:spcAft>
                <a:spcPts val="500"/>
              </a:spcAft>
              <a:buFont typeface="Arial"/>
              <a:buChar char="•"/>
            </a:pPr>
            <a:r>
              <a:rPr lang="en-US" sz="1800" dirty="0">
                <a:solidFill>
                  <a:srgbClr val="22292A"/>
                </a:solidFill>
                <a:latin typeface="Calibre"/>
                <a:cs typeface="Arial"/>
              </a:rPr>
              <a:t>BM25 Token-Based Indexing</a:t>
            </a:r>
            <a:endParaRPr lang="en-US" sz="1800" dirty="0"/>
          </a:p>
          <a:p>
            <a:pPr marL="285750" indent="-285750">
              <a:spcBef>
                <a:spcPts val="400"/>
              </a:spcBef>
              <a:spcAft>
                <a:spcPts val="500"/>
              </a:spcAft>
              <a:buFont typeface="Arial"/>
              <a:buChar char="•"/>
            </a:pPr>
            <a:r>
              <a:rPr lang="en-US" sz="1800" dirty="0">
                <a:solidFill>
                  <a:srgbClr val="22292A"/>
                </a:solidFill>
                <a:latin typeface="Calibre"/>
                <a:cs typeface="Arial"/>
              </a:rPr>
              <a:t>Dual Retrieval Alignment</a:t>
            </a:r>
            <a:endParaRPr lang="en-US" sz="1800" dirty="0">
              <a:cs typeface="Arial"/>
            </a:endParaRPr>
          </a:p>
        </p:txBody>
      </p:sp>
      <p:sp>
        <p:nvSpPr>
          <p:cNvPr id="31" name="TextBox 30">
            <a:extLst>
              <a:ext uri="{FF2B5EF4-FFF2-40B4-BE49-F238E27FC236}">
                <a16:creationId xmlns:a16="http://schemas.microsoft.com/office/drawing/2014/main" id="{5C099D5B-8239-463F-5298-5B240CAF5934}"/>
              </a:ext>
            </a:extLst>
          </p:cNvPr>
          <p:cNvSpPr txBox="1"/>
          <p:nvPr/>
        </p:nvSpPr>
        <p:spPr>
          <a:xfrm>
            <a:off x="4560299" y="952728"/>
            <a:ext cx="2667712"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IN" sz="1800" b="1" dirty="0">
                <a:solidFill>
                  <a:srgbClr val="000000"/>
                </a:solidFill>
                <a:latin typeface="Calibre Light"/>
                <a:cs typeface="Arial"/>
              </a:rPr>
              <a:t>3. Vector DB &amp; Embedding</a:t>
            </a:r>
            <a:br>
              <a:rPr lang="en-IN" sz="1800" b="1" dirty="0">
                <a:solidFill>
                  <a:srgbClr val="000000"/>
                </a:solidFill>
                <a:latin typeface="Calibre Light"/>
                <a:cs typeface="Arial"/>
              </a:rPr>
            </a:br>
            <a:r>
              <a:rPr lang="en-IN" sz="1800" b="1" dirty="0">
                <a:solidFill>
                  <a:srgbClr val="000000"/>
                </a:solidFill>
                <a:latin typeface="Calibre Light"/>
                <a:cs typeface="Arial"/>
              </a:rPr>
              <a:t>    Generation</a:t>
            </a:r>
            <a:r>
              <a:rPr lang="en-US" sz="1800" b="1" dirty="0">
                <a:solidFill>
                  <a:srgbClr val="000000"/>
                </a:solidFill>
                <a:latin typeface="Calibre Light"/>
                <a:cs typeface="Arial"/>
              </a:rPr>
              <a:t> </a:t>
            </a:r>
            <a:endParaRPr lang="en-US" sz="1800" b="1" dirty="0">
              <a:solidFill>
                <a:srgbClr val="000000"/>
              </a:solidFill>
              <a:cs typeface="Arial"/>
            </a:endParaRPr>
          </a:p>
        </p:txBody>
      </p:sp>
      <p:sp>
        <p:nvSpPr>
          <p:cNvPr id="35" name="TextBox 34">
            <a:extLst>
              <a:ext uri="{FF2B5EF4-FFF2-40B4-BE49-F238E27FC236}">
                <a16:creationId xmlns:a16="http://schemas.microsoft.com/office/drawing/2014/main" id="{8A80F557-5B86-7D40-EC0A-DA62F99D4479}"/>
              </a:ext>
            </a:extLst>
          </p:cNvPr>
          <p:cNvSpPr txBox="1"/>
          <p:nvPr/>
        </p:nvSpPr>
        <p:spPr>
          <a:xfrm>
            <a:off x="4592624" y="3863106"/>
            <a:ext cx="3373292"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1800" b="1" dirty="0">
                <a:solidFill>
                  <a:srgbClr val="000000"/>
                </a:solidFill>
                <a:latin typeface="Calibre Light"/>
                <a:cs typeface="Arial"/>
              </a:rPr>
              <a:t>4. Query Intent Classification</a:t>
            </a:r>
            <a:endParaRPr lang="en-US" sz="1800" dirty="0"/>
          </a:p>
        </p:txBody>
      </p:sp>
      <p:sp>
        <p:nvSpPr>
          <p:cNvPr id="45" name="TextBox 44">
            <a:extLst>
              <a:ext uri="{FF2B5EF4-FFF2-40B4-BE49-F238E27FC236}">
                <a16:creationId xmlns:a16="http://schemas.microsoft.com/office/drawing/2014/main" id="{7D57D7DD-297A-3911-B929-CCFCD739F8FB}"/>
              </a:ext>
            </a:extLst>
          </p:cNvPr>
          <p:cNvSpPr txBox="1"/>
          <p:nvPr/>
        </p:nvSpPr>
        <p:spPr>
          <a:xfrm>
            <a:off x="4648200" y="4305300"/>
            <a:ext cx="2942977" cy="13631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400"/>
              </a:spcBef>
              <a:spcAft>
                <a:spcPts val="500"/>
              </a:spcAft>
              <a:buFont typeface="Arial"/>
              <a:buChar char="•"/>
            </a:pPr>
            <a:r>
              <a:rPr lang="en-US" sz="1800" dirty="0">
                <a:solidFill>
                  <a:srgbClr val="22292A"/>
                </a:solidFill>
                <a:latin typeface="Calibre Light"/>
                <a:cs typeface="Arial"/>
              </a:rPr>
              <a:t>Intent Detection (lookup, aggregation, explanation)</a:t>
            </a:r>
            <a:endParaRPr lang="en-US" sz="1800" dirty="0">
              <a:solidFill>
                <a:srgbClr val="435254"/>
              </a:solidFill>
              <a:latin typeface="Calibre Light"/>
              <a:cs typeface="Arial"/>
            </a:endParaRPr>
          </a:p>
          <a:p>
            <a:pPr marL="342900" indent="-342900">
              <a:lnSpc>
                <a:spcPts val="2400"/>
              </a:lnSpc>
              <a:buFont typeface="Arial,Sans-Serif"/>
              <a:buChar char="•"/>
            </a:pPr>
            <a:r>
              <a:rPr lang="en-US" sz="1800" dirty="0">
                <a:solidFill>
                  <a:srgbClr val="22292A"/>
                </a:solidFill>
                <a:latin typeface="Arial"/>
                <a:cs typeface="Arial"/>
              </a:rPr>
              <a:t>Dataset Selector (work order, supplier data)</a:t>
            </a:r>
            <a:endParaRPr lang="en-US" sz="1800" dirty="0">
              <a:latin typeface="Arial"/>
              <a:cs typeface="Arial"/>
            </a:endParaRPr>
          </a:p>
        </p:txBody>
      </p:sp>
    </p:spTree>
    <p:extLst>
      <p:ext uri="{BB962C8B-B14F-4D97-AF65-F5344CB8AC3E}">
        <p14:creationId xmlns:p14="http://schemas.microsoft.com/office/powerpoint/2010/main" val="1574931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50000"/>
            <a:lumOff val="50000"/>
          </a:schemeClr>
        </a:solidFill>
        <a:effectLst/>
      </p:bgPr>
    </p:bg>
    <p:spTree>
      <p:nvGrpSpPr>
        <p:cNvPr id="1" name="">
          <a:extLst>
            <a:ext uri="{FF2B5EF4-FFF2-40B4-BE49-F238E27FC236}">
              <a16:creationId xmlns:a16="http://schemas.microsoft.com/office/drawing/2014/main" id="{756D6D7C-33CD-205D-C67B-A0AED9DFCD25}"/>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84F5DAD5-B31B-8EEF-20A3-829C496B75A8}"/>
              </a:ext>
            </a:extLst>
          </p:cNvPr>
          <p:cNvGrpSpPr/>
          <p:nvPr/>
        </p:nvGrpSpPr>
        <p:grpSpPr>
          <a:xfrm>
            <a:off x="0" y="-3850449"/>
            <a:ext cx="12192000" cy="3253740"/>
            <a:chOff x="0" y="4048125"/>
            <a:chExt cx="12192000" cy="3253740"/>
          </a:xfrm>
        </p:grpSpPr>
        <p:sp>
          <p:nvSpPr>
            <p:cNvPr id="10" name="Rectangle 9">
              <a:extLst>
                <a:ext uri="{FF2B5EF4-FFF2-40B4-BE49-F238E27FC236}">
                  <a16:creationId xmlns:a16="http://schemas.microsoft.com/office/drawing/2014/main" id="{8865EC65-533E-51EB-52AA-5E413270A70B}"/>
                </a:ext>
              </a:extLst>
            </p:cNvPr>
            <p:cNvSpPr/>
            <p:nvPr/>
          </p:nvSpPr>
          <p:spPr>
            <a:xfrm>
              <a:off x="0" y="4048125"/>
              <a:ext cx="12192000" cy="3253740"/>
            </a:xfrm>
            <a:prstGeom prst="rect">
              <a:avLst/>
            </a:prstGeom>
            <a:solidFill>
              <a:schemeClr val="accent6">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pic>
          <p:nvPicPr>
            <p:cNvPr id="5" name="Picture 4">
              <a:extLst>
                <a:ext uri="{FF2B5EF4-FFF2-40B4-BE49-F238E27FC236}">
                  <a16:creationId xmlns:a16="http://schemas.microsoft.com/office/drawing/2014/main" id="{7402CB32-592D-ADC0-70D6-E3BC91A9C48C}"/>
                </a:ext>
              </a:extLst>
            </p:cNvPr>
            <p:cNvPicPr>
              <a:picLocks noChangeAspect="1"/>
            </p:cNvPicPr>
            <p:nvPr/>
          </p:nvPicPr>
          <p:blipFill>
            <a:blip r:embed="rId2"/>
            <a:srcRect t="57769"/>
            <a:stretch>
              <a:fillRect/>
            </a:stretch>
          </p:blipFill>
          <p:spPr>
            <a:xfrm>
              <a:off x="2578339" y="4610883"/>
              <a:ext cx="6972300" cy="2419351"/>
            </a:xfrm>
            <a:prstGeom prst="rect">
              <a:avLst/>
            </a:prstGeom>
          </p:spPr>
        </p:pic>
      </p:grpSp>
      <p:grpSp>
        <p:nvGrpSpPr>
          <p:cNvPr id="28" name="Group 27">
            <a:extLst>
              <a:ext uri="{FF2B5EF4-FFF2-40B4-BE49-F238E27FC236}">
                <a16:creationId xmlns:a16="http://schemas.microsoft.com/office/drawing/2014/main" id="{52F60187-E9D1-CB9E-491F-8789B5BAB07D}"/>
              </a:ext>
            </a:extLst>
          </p:cNvPr>
          <p:cNvGrpSpPr/>
          <p:nvPr/>
        </p:nvGrpSpPr>
        <p:grpSpPr>
          <a:xfrm>
            <a:off x="0" y="-2722785"/>
            <a:ext cx="12192000" cy="2120361"/>
            <a:chOff x="0" y="1394364"/>
            <a:chExt cx="12192000" cy="2120361"/>
          </a:xfrm>
        </p:grpSpPr>
        <p:sp>
          <p:nvSpPr>
            <p:cNvPr id="9" name="Rectangle 8">
              <a:extLst>
                <a:ext uri="{FF2B5EF4-FFF2-40B4-BE49-F238E27FC236}">
                  <a16:creationId xmlns:a16="http://schemas.microsoft.com/office/drawing/2014/main" id="{B54ECA26-BBD1-BB00-5985-D8CBA6FB1053}"/>
                </a:ext>
              </a:extLst>
            </p:cNvPr>
            <p:cNvSpPr/>
            <p:nvPr/>
          </p:nvSpPr>
          <p:spPr>
            <a:xfrm>
              <a:off x="0" y="1394364"/>
              <a:ext cx="12192000" cy="1764630"/>
            </a:xfrm>
            <a:prstGeom prst="re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pic>
          <p:nvPicPr>
            <p:cNvPr id="14" name="Picture 13" descr="A diagram of a computer&#10;&#10;AI-generated content may be incorrect.">
              <a:extLst>
                <a:ext uri="{FF2B5EF4-FFF2-40B4-BE49-F238E27FC236}">
                  <a16:creationId xmlns:a16="http://schemas.microsoft.com/office/drawing/2014/main" id="{C53C3272-58AB-95B0-796D-5E7E54EB4F8B}"/>
                </a:ext>
              </a:extLst>
            </p:cNvPr>
            <p:cNvPicPr>
              <a:picLocks noChangeAspect="1"/>
            </p:cNvPicPr>
            <p:nvPr/>
          </p:nvPicPr>
          <p:blipFill>
            <a:blip r:embed="rId2"/>
            <a:srcRect t="29880" b="53386"/>
            <a:stretch>
              <a:fillRect/>
            </a:stretch>
          </p:blipFill>
          <p:spPr>
            <a:xfrm>
              <a:off x="3186113" y="2057400"/>
              <a:ext cx="5819781" cy="800105"/>
            </a:xfrm>
            <a:prstGeom prst="rect">
              <a:avLst/>
            </a:prstGeom>
          </p:spPr>
        </p:pic>
        <p:sp>
          <p:nvSpPr>
            <p:cNvPr id="25" name="Isosceles Triangle 24">
              <a:extLst>
                <a:ext uri="{FF2B5EF4-FFF2-40B4-BE49-F238E27FC236}">
                  <a16:creationId xmlns:a16="http://schemas.microsoft.com/office/drawing/2014/main" id="{3933E62E-3782-2F72-0A3C-092E0E29F087}"/>
                </a:ext>
              </a:extLst>
            </p:cNvPr>
            <p:cNvSpPr/>
            <p:nvPr/>
          </p:nvSpPr>
          <p:spPr>
            <a:xfrm rot="10800000">
              <a:off x="5422773" y="3095625"/>
              <a:ext cx="1184528" cy="419100"/>
            </a:xfrm>
            <a:prstGeom prst="triangle">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grpSp>
      <p:grpSp>
        <p:nvGrpSpPr>
          <p:cNvPr id="29" name="Group 28">
            <a:extLst>
              <a:ext uri="{FF2B5EF4-FFF2-40B4-BE49-F238E27FC236}">
                <a16:creationId xmlns:a16="http://schemas.microsoft.com/office/drawing/2014/main" id="{03902545-B45B-9739-12BF-C5DB80A89BEE}"/>
              </a:ext>
            </a:extLst>
          </p:cNvPr>
          <p:cNvGrpSpPr/>
          <p:nvPr/>
        </p:nvGrpSpPr>
        <p:grpSpPr>
          <a:xfrm>
            <a:off x="0" y="-2643774"/>
            <a:ext cx="12192000" cy="2133600"/>
            <a:chOff x="0" y="0"/>
            <a:chExt cx="12192000" cy="2133600"/>
          </a:xfrm>
        </p:grpSpPr>
        <p:sp>
          <p:nvSpPr>
            <p:cNvPr id="7" name="Rectangle 6">
              <a:extLst>
                <a:ext uri="{FF2B5EF4-FFF2-40B4-BE49-F238E27FC236}">
                  <a16:creationId xmlns:a16="http://schemas.microsoft.com/office/drawing/2014/main" id="{3187FDFD-9046-0FF2-A858-E6585A0CA642}"/>
                </a:ext>
              </a:extLst>
            </p:cNvPr>
            <p:cNvSpPr/>
            <p:nvPr/>
          </p:nvSpPr>
          <p:spPr>
            <a:xfrm>
              <a:off x="0" y="0"/>
              <a:ext cx="12192000" cy="1720215"/>
            </a:xfrm>
            <a:prstGeom prst="re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sp>
          <p:nvSpPr>
            <p:cNvPr id="23" name="Isosceles Triangle 22">
              <a:extLst>
                <a:ext uri="{FF2B5EF4-FFF2-40B4-BE49-F238E27FC236}">
                  <a16:creationId xmlns:a16="http://schemas.microsoft.com/office/drawing/2014/main" id="{B389A627-D098-FA50-6B50-19A558D05B00}"/>
                </a:ext>
              </a:extLst>
            </p:cNvPr>
            <p:cNvSpPr/>
            <p:nvPr/>
          </p:nvSpPr>
          <p:spPr>
            <a:xfrm rot="10800000">
              <a:off x="5422773" y="1714500"/>
              <a:ext cx="1184528" cy="419100"/>
            </a:xfrm>
            <a:prstGeom prst="triangle">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pic>
          <p:nvPicPr>
            <p:cNvPr id="3" name="Picture 2" descr="A diagram of a computer&#10;&#10;AI-generated content may be incorrect.">
              <a:extLst>
                <a:ext uri="{FF2B5EF4-FFF2-40B4-BE49-F238E27FC236}">
                  <a16:creationId xmlns:a16="http://schemas.microsoft.com/office/drawing/2014/main" id="{3306BA9A-B169-68FC-EC23-19774138DD05}"/>
                </a:ext>
              </a:extLst>
            </p:cNvPr>
            <p:cNvPicPr>
              <a:picLocks noChangeAspect="1"/>
            </p:cNvPicPr>
            <p:nvPr/>
          </p:nvPicPr>
          <p:blipFill>
            <a:blip r:embed="rId2"/>
            <a:srcRect l="2087" t="161" r="937" b="80998"/>
            <a:stretch>
              <a:fillRect/>
            </a:stretch>
          </p:blipFill>
          <p:spPr>
            <a:xfrm>
              <a:off x="2601640" y="147572"/>
              <a:ext cx="6979958" cy="1115259"/>
            </a:xfrm>
            <a:prstGeom prst="rect">
              <a:avLst/>
            </a:prstGeom>
          </p:spPr>
        </p:pic>
      </p:grpSp>
      <p:sp>
        <p:nvSpPr>
          <p:cNvPr id="4" name="TextBox 3">
            <a:extLst>
              <a:ext uri="{FF2B5EF4-FFF2-40B4-BE49-F238E27FC236}">
                <a16:creationId xmlns:a16="http://schemas.microsoft.com/office/drawing/2014/main" id="{F87F5203-418E-671F-3907-1B0EDABBD749}"/>
              </a:ext>
            </a:extLst>
          </p:cNvPr>
          <p:cNvSpPr txBox="1"/>
          <p:nvPr/>
        </p:nvSpPr>
        <p:spPr>
          <a:xfrm>
            <a:off x="3247008" y="2598003"/>
            <a:ext cx="5689222" cy="1661993"/>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0"/>
              </a:spcBef>
              <a:spcAft>
                <a:spcPts val="600"/>
              </a:spcAft>
            </a:pPr>
            <a:r>
              <a:rPr lang="en-US" sz="5400" dirty="0">
                <a:solidFill>
                  <a:srgbClr val="003F2D"/>
                </a:solidFill>
                <a:latin typeface="Financier Display"/>
              </a:rPr>
              <a:t>Solution Breakdown</a:t>
            </a:r>
            <a:br>
              <a:rPr lang="en-US" sz="5400" dirty="0">
                <a:solidFill>
                  <a:srgbClr val="003F2D"/>
                </a:solidFill>
                <a:latin typeface="Financier Display"/>
              </a:rPr>
            </a:br>
            <a:r>
              <a:rPr lang="en-US" sz="3200" dirty="0">
                <a:solidFill>
                  <a:srgbClr val="003F2D"/>
                </a:solidFill>
                <a:latin typeface="Financier Display"/>
              </a:rPr>
              <a:t>(</a:t>
            </a:r>
            <a:r>
              <a:rPr lang="en-US" sz="3200" dirty="0" err="1">
                <a:solidFill>
                  <a:srgbClr val="003F2D"/>
                </a:solidFill>
                <a:latin typeface="Financier Display"/>
              </a:rPr>
              <a:t>FinSight</a:t>
            </a:r>
            <a:r>
              <a:rPr lang="en-US" sz="3200" dirty="0">
                <a:solidFill>
                  <a:srgbClr val="003F2D"/>
                </a:solidFill>
                <a:latin typeface="Financier Display"/>
              </a:rPr>
              <a:t> AI Assistant)</a:t>
            </a:r>
            <a:r>
              <a:rPr lang="en-US" sz="5400" dirty="0">
                <a:latin typeface="Financier Display"/>
              </a:rPr>
              <a:t>​</a:t>
            </a:r>
            <a:endParaRPr lang="en-US" dirty="0"/>
          </a:p>
        </p:txBody>
      </p:sp>
    </p:spTree>
    <p:extLst>
      <p:ext uri="{BB962C8B-B14F-4D97-AF65-F5344CB8AC3E}">
        <p14:creationId xmlns:p14="http://schemas.microsoft.com/office/powerpoint/2010/main" val="2876527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50000"/>
            <a:lumOff val="50000"/>
          </a:schemeClr>
        </a:solidFill>
        <a:effectLst/>
      </p:bgPr>
    </p:bg>
    <p:spTree>
      <p:nvGrpSpPr>
        <p:cNvPr id="1" name="">
          <a:extLst>
            <a:ext uri="{FF2B5EF4-FFF2-40B4-BE49-F238E27FC236}">
              <a16:creationId xmlns:a16="http://schemas.microsoft.com/office/drawing/2014/main" id="{C930E47B-C292-90CB-9821-EFA384832DF8}"/>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5BB9DAB5-80F1-C8CC-82E4-D400BEF86139}"/>
              </a:ext>
            </a:extLst>
          </p:cNvPr>
          <p:cNvGrpSpPr/>
          <p:nvPr/>
        </p:nvGrpSpPr>
        <p:grpSpPr>
          <a:xfrm>
            <a:off x="9525" y="3608148"/>
            <a:ext cx="12192000" cy="3253740"/>
            <a:chOff x="0" y="4048125"/>
            <a:chExt cx="12192000" cy="3253740"/>
          </a:xfrm>
        </p:grpSpPr>
        <p:sp>
          <p:nvSpPr>
            <p:cNvPr id="10" name="Rectangle 9">
              <a:extLst>
                <a:ext uri="{FF2B5EF4-FFF2-40B4-BE49-F238E27FC236}">
                  <a16:creationId xmlns:a16="http://schemas.microsoft.com/office/drawing/2014/main" id="{1DED155A-6E52-C5D6-833A-81B4D5FD8D0F}"/>
                </a:ext>
              </a:extLst>
            </p:cNvPr>
            <p:cNvSpPr/>
            <p:nvPr/>
          </p:nvSpPr>
          <p:spPr>
            <a:xfrm>
              <a:off x="0" y="4048125"/>
              <a:ext cx="12192000" cy="3253740"/>
            </a:xfrm>
            <a:prstGeom prst="rect">
              <a:avLst/>
            </a:prstGeom>
            <a:solidFill>
              <a:schemeClr val="accent6">
                <a:lumMod val="90000"/>
                <a:lumOff val="10000"/>
              </a:schemeClr>
            </a:solidFill>
            <a:ln w="12700">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pic>
          <p:nvPicPr>
            <p:cNvPr id="5" name="Picture 4">
              <a:extLst>
                <a:ext uri="{FF2B5EF4-FFF2-40B4-BE49-F238E27FC236}">
                  <a16:creationId xmlns:a16="http://schemas.microsoft.com/office/drawing/2014/main" id="{A827F748-41E4-D488-1879-18B235E7A6FC}"/>
                </a:ext>
              </a:extLst>
            </p:cNvPr>
            <p:cNvPicPr>
              <a:picLocks noChangeAspect="1"/>
            </p:cNvPicPr>
            <p:nvPr/>
          </p:nvPicPr>
          <p:blipFill>
            <a:blip r:embed="rId2"/>
            <a:srcRect t="57769"/>
            <a:stretch>
              <a:fillRect/>
            </a:stretch>
          </p:blipFill>
          <p:spPr>
            <a:xfrm>
              <a:off x="2606914" y="4544208"/>
              <a:ext cx="6972300" cy="2419351"/>
            </a:xfrm>
            <a:prstGeom prst="rect">
              <a:avLst/>
            </a:prstGeom>
          </p:spPr>
        </p:pic>
      </p:grpSp>
      <p:grpSp>
        <p:nvGrpSpPr>
          <p:cNvPr id="28" name="Group 27">
            <a:extLst>
              <a:ext uri="{FF2B5EF4-FFF2-40B4-BE49-F238E27FC236}">
                <a16:creationId xmlns:a16="http://schemas.microsoft.com/office/drawing/2014/main" id="{AA09AAB0-8D03-BE8D-EFA0-7DF5D48068F5}"/>
              </a:ext>
            </a:extLst>
          </p:cNvPr>
          <p:cNvGrpSpPr/>
          <p:nvPr/>
        </p:nvGrpSpPr>
        <p:grpSpPr>
          <a:xfrm>
            <a:off x="9525" y="1918239"/>
            <a:ext cx="12192000" cy="2120361"/>
            <a:chOff x="0" y="1394364"/>
            <a:chExt cx="12192000" cy="2120361"/>
          </a:xfrm>
        </p:grpSpPr>
        <p:sp>
          <p:nvSpPr>
            <p:cNvPr id="9" name="Rectangle 8">
              <a:extLst>
                <a:ext uri="{FF2B5EF4-FFF2-40B4-BE49-F238E27FC236}">
                  <a16:creationId xmlns:a16="http://schemas.microsoft.com/office/drawing/2014/main" id="{6EEAD55F-8021-1B27-A3B2-14B452426132}"/>
                </a:ext>
              </a:extLst>
            </p:cNvPr>
            <p:cNvSpPr/>
            <p:nvPr/>
          </p:nvSpPr>
          <p:spPr>
            <a:xfrm>
              <a:off x="0" y="1394364"/>
              <a:ext cx="12192000" cy="1764630"/>
            </a:xfrm>
            <a:prstGeom prst="re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pic>
          <p:nvPicPr>
            <p:cNvPr id="14" name="Picture 13" descr="A diagram of a computer&#10;&#10;AI-generated content may be incorrect.">
              <a:extLst>
                <a:ext uri="{FF2B5EF4-FFF2-40B4-BE49-F238E27FC236}">
                  <a16:creationId xmlns:a16="http://schemas.microsoft.com/office/drawing/2014/main" id="{A271A853-9B46-8529-F674-CFB2348BCDBC}"/>
                </a:ext>
              </a:extLst>
            </p:cNvPr>
            <p:cNvPicPr>
              <a:picLocks noChangeAspect="1"/>
            </p:cNvPicPr>
            <p:nvPr/>
          </p:nvPicPr>
          <p:blipFill>
            <a:blip r:embed="rId2"/>
            <a:srcRect t="29880" b="53386"/>
            <a:stretch>
              <a:fillRect/>
            </a:stretch>
          </p:blipFill>
          <p:spPr>
            <a:xfrm>
              <a:off x="3186113" y="2057400"/>
              <a:ext cx="5819781" cy="800105"/>
            </a:xfrm>
            <a:prstGeom prst="rect">
              <a:avLst/>
            </a:prstGeom>
          </p:spPr>
        </p:pic>
        <p:sp>
          <p:nvSpPr>
            <p:cNvPr id="25" name="Isosceles Triangle 24">
              <a:extLst>
                <a:ext uri="{FF2B5EF4-FFF2-40B4-BE49-F238E27FC236}">
                  <a16:creationId xmlns:a16="http://schemas.microsoft.com/office/drawing/2014/main" id="{99CBF766-F4E9-150A-49C6-CDDB589A5ADD}"/>
                </a:ext>
              </a:extLst>
            </p:cNvPr>
            <p:cNvSpPr/>
            <p:nvPr/>
          </p:nvSpPr>
          <p:spPr>
            <a:xfrm rot="10800000">
              <a:off x="5498973" y="3095625"/>
              <a:ext cx="1184528" cy="419100"/>
            </a:xfrm>
            <a:prstGeom prst="triangle">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grpSp>
      <p:grpSp>
        <p:nvGrpSpPr>
          <p:cNvPr id="29" name="Group 28">
            <a:extLst>
              <a:ext uri="{FF2B5EF4-FFF2-40B4-BE49-F238E27FC236}">
                <a16:creationId xmlns:a16="http://schemas.microsoft.com/office/drawing/2014/main" id="{589EA0B4-A8E5-29E2-12C7-AB2CB675098B}"/>
              </a:ext>
            </a:extLst>
          </p:cNvPr>
          <p:cNvGrpSpPr/>
          <p:nvPr/>
        </p:nvGrpSpPr>
        <p:grpSpPr>
          <a:xfrm>
            <a:off x="-913" y="1697"/>
            <a:ext cx="12192000" cy="2331928"/>
            <a:chOff x="-10438" y="-198328"/>
            <a:chExt cx="12192000" cy="2331928"/>
          </a:xfrm>
        </p:grpSpPr>
        <p:sp>
          <p:nvSpPr>
            <p:cNvPr id="7" name="Rectangle 6">
              <a:extLst>
                <a:ext uri="{FF2B5EF4-FFF2-40B4-BE49-F238E27FC236}">
                  <a16:creationId xmlns:a16="http://schemas.microsoft.com/office/drawing/2014/main" id="{7AE50A8F-7D4C-0194-3931-B21312A7B40B}"/>
                </a:ext>
              </a:extLst>
            </p:cNvPr>
            <p:cNvSpPr/>
            <p:nvPr/>
          </p:nvSpPr>
          <p:spPr>
            <a:xfrm>
              <a:off x="-10438" y="-198328"/>
              <a:ext cx="12192000" cy="1918543"/>
            </a:xfrm>
            <a:prstGeom prst="re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sp>
          <p:nvSpPr>
            <p:cNvPr id="23" name="Isosceles Triangle 22">
              <a:extLst>
                <a:ext uri="{FF2B5EF4-FFF2-40B4-BE49-F238E27FC236}">
                  <a16:creationId xmlns:a16="http://schemas.microsoft.com/office/drawing/2014/main" id="{642EC2DE-5653-DD82-AB93-B959A35D7B96}"/>
                </a:ext>
              </a:extLst>
            </p:cNvPr>
            <p:cNvSpPr/>
            <p:nvPr/>
          </p:nvSpPr>
          <p:spPr>
            <a:xfrm rot="10800000">
              <a:off x="5422773" y="1714500"/>
              <a:ext cx="1184528" cy="419100"/>
            </a:xfrm>
            <a:prstGeom prst="triangle">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pic>
          <p:nvPicPr>
            <p:cNvPr id="3" name="Picture 2" descr="A diagram of a computer&#10;&#10;AI-generated content may be incorrect.">
              <a:extLst>
                <a:ext uri="{FF2B5EF4-FFF2-40B4-BE49-F238E27FC236}">
                  <a16:creationId xmlns:a16="http://schemas.microsoft.com/office/drawing/2014/main" id="{58B97F00-7687-1725-1338-3CCCC33DA985}"/>
                </a:ext>
              </a:extLst>
            </p:cNvPr>
            <p:cNvPicPr>
              <a:picLocks noChangeAspect="1"/>
            </p:cNvPicPr>
            <p:nvPr/>
          </p:nvPicPr>
          <p:blipFill>
            <a:blip r:embed="rId2"/>
            <a:srcRect l="2087" t="161" r="937" b="80998"/>
            <a:stretch>
              <a:fillRect/>
            </a:stretch>
          </p:blipFill>
          <p:spPr>
            <a:xfrm>
              <a:off x="2601640" y="404747"/>
              <a:ext cx="6979958" cy="1115259"/>
            </a:xfrm>
            <a:prstGeom prst="rect">
              <a:avLst/>
            </a:prstGeom>
          </p:spPr>
        </p:pic>
      </p:grpSp>
    </p:spTree>
    <p:extLst>
      <p:ext uri="{BB962C8B-B14F-4D97-AF65-F5344CB8AC3E}">
        <p14:creationId xmlns:p14="http://schemas.microsoft.com/office/powerpoint/2010/main" val="738015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40FCE60D-253E-A7A3-EFD5-3440E426BF5C}"/>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4948A91D-8295-7948-874B-2C49FE7AA60C}"/>
              </a:ext>
            </a:extLst>
          </p:cNvPr>
          <p:cNvGrpSpPr/>
          <p:nvPr/>
        </p:nvGrpSpPr>
        <p:grpSpPr>
          <a:xfrm>
            <a:off x="-1" y="5153025"/>
            <a:ext cx="12191087" cy="2126397"/>
            <a:chOff x="-913" y="4735491"/>
            <a:chExt cx="12192000" cy="2126397"/>
          </a:xfrm>
        </p:grpSpPr>
        <p:sp>
          <p:nvSpPr>
            <p:cNvPr id="10" name="Rectangle 9">
              <a:extLst>
                <a:ext uri="{FF2B5EF4-FFF2-40B4-BE49-F238E27FC236}">
                  <a16:creationId xmlns:a16="http://schemas.microsoft.com/office/drawing/2014/main" id="{3D364B97-3CF8-E34B-C069-3810743BDF35}"/>
                </a:ext>
              </a:extLst>
            </p:cNvPr>
            <p:cNvSpPr/>
            <p:nvPr/>
          </p:nvSpPr>
          <p:spPr>
            <a:xfrm>
              <a:off x="-913" y="4735491"/>
              <a:ext cx="12192000" cy="2126397"/>
            </a:xfrm>
            <a:prstGeom prst="rect">
              <a:avLst/>
            </a:prstGeom>
            <a:solidFill>
              <a:schemeClr val="accent6">
                <a:lumMod val="90000"/>
                <a:lumOff val="10000"/>
              </a:schemeClr>
            </a:solidFill>
            <a:ln w="12700">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pic>
          <p:nvPicPr>
            <p:cNvPr id="39" name="Picture 38" descr="A green hexagon with black text&#10;&#10;AI-generated content may be incorrect.">
              <a:extLst>
                <a:ext uri="{FF2B5EF4-FFF2-40B4-BE49-F238E27FC236}">
                  <a16:creationId xmlns:a16="http://schemas.microsoft.com/office/drawing/2014/main" id="{289FBA51-212C-5348-0331-A3ADF3E0FC87}"/>
                </a:ext>
              </a:extLst>
            </p:cNvPr>
            <p:cNvPicPr>
              <a:picLocks noChangeAspect="1"/>
            </p:cNvPicPr>
            <p:nvPr/>
          </p:nvPicPr>
          <p:blipFill>
            <a:blip r:embed="rId2"/>
            <a:srcRect t="77152" r="100" b="-166"/>
            <a:stretch>
              <a:fillRect/>
            </a:stretch>
          </p:blipFill>
          <p:spPr>
            <a:xfrm>
              <a:off x="1886938" y="4912678"/>
              <a:ext cx="8657319" cy="1409362"/>
            </a:xfrm>
            <a:prstGeom prst="rect">
              <a:avLst/>
            </a:prstGeom>
          </p:spPr>
        </p:pic>
      </p:grpSp>
      <p:grpSp>
        <p:nvGrpSpPr>
          <p:cNvPr id="41" name="Group 40">
            <a:extLst>
              <a:ext uri="{FF2B5EF4-FFF2-40B4-BE49-F238E27FC236}">
                <a16:creationId xmlns:a16="http://schemas.microsoft.com/office/drawing/2014/main" id="{789B06B5-FD7D-F392-DB1D-1E7DDC30E26D}"/>
              </a:ext>
            </a:extLst>
          </p:cNvPr>
          <p:cNvGrpSpPr/>
          <p:nvPr/>
        </p:nvGrpSpPr>
        <p:grpSpPr>
          <a:xfrm>
            <a:off x="-913" y="2595765"/>
            <a:ext cx="12192000" cy="2580626"/>
            <a:chOff x="9525" y="2575856"/>
            <a:chExt cx="12192000" cy="2580626"/>
          </a:xfrm>
        </p:grpSpPr>
        <p:sp>
          <p:nvSpPr>
            <p:cNvPr id="9" name="Rectangle 8">
              <a:extLst>
                <a:ext uri="{FF2B5EF4-FFF2-40B4-BE49-F238E27FC236}">
                  <a16:creationId xmlns:a16="http://schemas.microsoft.com/office/drawing/2014/main" id="{1F760601-F125-F4D5-DD45-49D1DC586590}"/>
                </a:ext>
              </a:extLst>
            </p:cNvPr>
            <p:cNvSpPr/>
            <p:nvPr/>
          </p:nvSpPr>
          <p:spPr>
            <a:xfrm>
              <a:off x="9525" y="2575856"/>
              <a:ext cx="12192000" cy="2568382"/>
            </a:xfrm>
            <a:prstGeom prst="rect">
              <a:avLst/>
            </a:prstGeom>
            <a:solidFill>
              <a:schemeClr val="accent6">
                <a:lumMod val="75000"/>
                <a:lumOff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solidFill>
                  <a:schemeClr val="bg1"/>
                </a:solidFill>
              </a:endParaRPr>
            </a:p>
          </p:txBody>
        </p:sp>
        <p:pic>
          <p:nvPicPr>
            <p:cNvPr id="37" name="Picture 36" descr="A screenshot of a phone&#10;&#10;AI-generated content may be incorrect.">
              <a:extLst>
                <a:ext uri="{FF2B5EF4-FFF2-40B4-BE49-F238E27FC236}">
                  <a16:creationId xmlns:a16="http://schemas.microsoft.com/office/drawing/2014/main" id="{AEF3F7A1-6A0C-336E-C06C-5CF400C8F298}"/>
                </a:ext>
              </a:extLst>
            </p:cNvPr>
            <p:cNvPicPr>
              <a:picLocks noChangeAspect="1"/>
            </p:cNvPicPr>
            <p:nvPr/>
          </p:nvPicPr>
          <p:blipFill>
            <a:blip r:embed="rId2"/>
            <a:srcRect t="38410" r="100" b="22682"/>
            <a:stretch>
              <a:fillRect/>
            </a:stretch>
          </p:blipFill>
          <p:spPr>
            <a:xfrm>
              <a:off x="1270616" y="2703156"/>
              <a:ext cx="9911731" cy="2453326"/>
            </a:xfrm>
            <a:prstGeom prst="rect">
              <a:avLst/>
            </a:prstGeom>
          </p:spPr>
        </p:pic>
      </p:grpSp>
      <p:grpSp>
        <p:nvGrpSpPr>
          <p:cNvPr id="40" name="Group 39">
            <a:extLst>
              <a:ext uri="{FF2B5EF4-FFF2-40B4-BE49-F238E27FC236}">
                <a16:creationId xmlns:a16="http://schemas.microsoft.com/office/drawing/2014/main" id="{B192573E-C03D-9DA8-F91B-3FA092D1D5E1}"/>
              </a:ext>
            </a:extLst>
          </p:cNvPr>
          <p:cNvGrpSpPr/>
          <p:nvPr/>
        </p:nvGrpSpPr>
        <p:grpSpPr>
          <a:xfrm>
            <a:off x="-913" y="1697"/>
            <a:ext cx="12192000" cy="2680543"/>
            <a:chOff x="9525" y="1697"/>
            <a:chExt cx="12192000" cy="2680543"/>
          </a:xfrm>
        </p:grpSpPr>
        <p:sp>
          <p:nvSpPr>
            <p:cNvPr id="7" name="Rectangle 6">
              <a:extLst>
                <a:ext uri="{FF2B5EF4-FFF2-40B4-BE49-F238E27FC236}">
                  <a16:creationId xmlns:a16="http://schemas.microsoft.com/office/drawing/2014/main" id="{C552D561-41ED-1924-8048-53A141740231}"/>
                </a:ext>
              </a:extLst>
            </p:cNvPr>
            <p:cNvSpPr/>
            <p:nvPr/>
          </p:nvSpPr>
          <p:spPr>
            <a:xfrm>
              <a:off x="9525" y="1697"/>
              <a:ext cx="12192000" cy="2680543"/>
            </a:xfrm>
            <a:prstGeom prst="rect">
              <a:avLst/>
            </a:prstGeom>
            <a:solidFill>
              <a:schemeClr val="accent6">
                <a:lumMod val="90000"/>
                <a:lumOff val="1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a:p>
          </p:txBody>
        </p:sp>
        <p:pic>
          <p:nvPicPr>
            <p:cNvPr id="34" name="Picture 33">
              <a:extLst>
                <a:ext uri="{FF2B5EF4-FFF2-40B4-BE49-F238E27FC236}">
                  <a16:creationId xmlns:a16="http://schemas.microsoft.com/office/drawing/2014/main" id="{207C7289-6EE2-8B24-9560-9AA0984356FF}"/>
                </a:ext>
              </a:extLst>
            </p:cNvPr>
            <p:cNvPicPr>
              <a:picLocks noChangeAspect="1"/>
            </p:cNvPicPr>
            <p:nvPr/>
          </p:nvPicPr>
          <p:blipFill>
            <a:blip r:embed="rId2"/>
            <a:srcRect r="100" b="61424"/>
            <a:stretch>
              <a:fillRect/>
            </a:stretch>
          </p:blipFill>
          <p:spPr>
            <a:xfrm>
              <a:off x="1270616" y="249798"/>
              <a:ext cx="9788807" cy="2432442"/>
            </a:xfrm>
            <a:prstGeom prst="rect">
              <a:avLst/>
            </a:prstGeom>
          </p:spPr>
        </p:pic>
      </p:grpSp>
      <p:sp>
        <p:nvSpPr>
          <p:cNvPr id="4" name="TextBox 3">
            <a:extLst>
              <a:ext uri="{FF2B5EF4-FFF2-40B4-BE49-F238E27FC236}">
                <a16:creationId xmlns:a16="http://schemas.microsoft.com/office/drawing/2014/main" id="{34E331CD-4394-D5B1-3646-82261D2FD956}"/>
              </a:ext>
            </a:extLst>
          </p:cNvPr>
          <p:cNvSpPr txBox="1"/>
          <p:nvPr/>
        </p:nvSpPr>
        <p:spPr>
          <a:xfrm>
            <a:off x="4805897" y="4643546"/>
            <a:ext cx="2467429" cy="293634"/>
          </a:xfrm>
          <a:prstGeom prst="rect">
            <a:avLst/>
          </a:prstGeom>
          <a:solidFill>
            <a:schemeClr val="accent6">
              <a:lumMod val="75000"/>
              <a:lumOff val="25000"/>
            </a:schemeClr>
          </a:solidFill>
        </p:spPr>
        <p:txBody>
          <a:bodyPr wrap="square" lIns="0" tIns="0" rIns="0" bIns="0" rtlCol="0">
            <a:noAutofit/>
          </a:bodyPr>
          <a:lstStyle/>
          <a:p>
            <a:pPr algn="l"/>
            <a:r>
              <a:rPr lang="en-IN" sz="1800" dirty="0">
                <a:solidFill>
                  <a:schemeClr val="tx1">
                    <a:lumMod val="50000"/>
                  </a:schemeClr>
                </a:solidFill>
              </a:rPr>
              <a:t>Similar word embeddings</a:t>
            </a:r>
          </a:p>
        </p:txBody>
      </p:sp>
    </p:spTree>
    <p:extLst>
      <p:ext uri="{BB962C8B-B14F-4D97-AF65-F5344CB8AC3E}">
        <p14:creationId xmlns:p14="http://schemas.microsoft.com/office/powerpoint/2010/main" val="36333730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50000"/>
            <a:lumOff val="50000"/>
          </a:schemeClr>
        </a:solidFill>
        <a:effectLst/>
      </p:bgPr>
    </p:bg>
    <p:spTree>
      <p:nvGrpSpPr>
        <p:cNvPr id="1" name="">
          <a:extLst>
            <a:ext uri="{FF2B5EF4-FFF2-40B4-BE49-F238E27FC236}">
              <a16:creationId xmlns:a16="http://schemas.microsoft.com/office/drawing/2014/main" id="{55F7B412-18FD-D25B-6DE4-826331B8FC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23D9B4-C48E-6958-6664-B4A89641B307}"/>
              </a:ext>
            </a:extLst>
          </p:cNvPr>
          <p:cNvSpPr/>
          <p:nvPr/>
        </p:nvSpPr>
        <p:spPr>
          <a:xfrm>
            <a:off x="-913" y="2377440"/>
            <a:ext cx="12192000" cy="4482882"/>
          </a:xfrm>
          <a:prstGeom prst="rect">
            <a:avLst/>
          </a:prstGeom>
          <a:solidFill>
            <a:schemeClr val="accent6">
              <a:lumMod val="75000"/>
              <a:lumOff val="25000"/>
            </a:schemeClr>
          </a:solidFill>
          <a:ln w="127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p>
        </p:txBody>
      </p:sp>
      <p:sp>
        <p:nvSpPr>
          <p:cNvPr id="10" name="Rectangle 9">
            <a:extLst>
              <a:ext uri="{FF2B5EF4-FFF2-40B4-BE49-F238E27FC236}">
                <a16:creationId xmlns:a16="http://schemas.microsoft.com/office/drawing/2014/main" id="{EBEB28AF-177D-F041-78FA-6AD8B330CD78}"/>
              </a:ext>
            </a:extLst>
          </p:cNvPr>
          <p:cNvSpPr/>
          <p:nvPr/>
        </p:nvSpPr>
        <p:spPr>
          <a:xfrm>
            <a:off x="-913" y="0"/>
            <a:ext cx="12192000" cy="2377440"/>
          </a:xfrm>
          <a:prstGeom prst="rect">
            <a:avLst/>
          </a:prstGeom>
          <a:solidFill>
            <a:schemeClr val="accent6">
              <a:lumMod val="90000"/>
              <a:lumOff val="10000"/>
            </a:schemeClr>
          </a:solidFill>
          <a:ln w="127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p>
        </p:txBody>
      </p:sp>
      <p:pic>
        <p:nvPicPr>
          <p:cNvPr id="2" name="Picture 1" descr="A screenshot of a computer screen&#10;&#10;AI-generated content may be incorrect.">
            <a:extLst>
              <a:ext uri="{FF2B5EF4-FFF2-40B4-BE49-F238E27FC236}">
                <a16:creationId xmlns:a16="http://schemas.microsoft.com/office/drawing/2014/main" id="{F6E96209-8B55-B4F4-49FB-8C378BC6D05E}"/>
              </a:ext>
            </a:extLst>
          </p:cNvPr>
          <p:cNvPicPr>
            <a:picLocks noChangeAspect="1"/>
          </p:cNvPicPr>
          <p:nvPr/>
        </p:nvPicPr>
        <p:blipFill>
          <a:blip r:embed="rId2"/>
          <a:stretch>
            <a:fillRect/>
          </a:stretch>
        </p:blipFill>
        <p:spPr>
          <a:xfrm>
            <a:off x="1347065" y="339119"/>
            <a:ext cx="9678924" cy="4094929"/>
          </a:xfrm>
          <a:prstGeom prst="rect">
            <a:avLst/>
          </a:prstGeom>
        </p:spPr>
      </p:pic>
      <p:graphicFrame>
        <p:nvGraphicFramePr>
          <p:cNvPr id="8" name="Table 7">
            <a:extLst>
              <a:ext uri="{FF2B5EF4-FFF2-40B4-BE49-F238E27FC236}">
                <a16:creationId xmlns:a16="http://schemas.microsoft.com/office/drawing/2014/main" id="{E915FF77-8E52-12BB-270A-754FFB5C7B11}"/>
              </a:ext>
            </a:extLst>
          </p:cNvPr>
          <p:cNvGraphicFramePr>
            <a:graphicFrameLocks noGrp="1"/>
          </p:cNvGraphicFramePr>
          <p:nvPr>
            <p:extLst>
              <p:ext uri="{D42A27DB-BD31-4B8C-83A1-F6EECF244321}">
                <p14:modId xmlns:p14="http://schemas.microsoft.com/office/powerpoint/2010/main" val="3360485791"/>
              </p:ext>
            </p:extLst>
          </p:nvPr>
        </p:nvGraphicFramePr>
        <p:xfrm>
          <a:off x="283464" y="2005617"/>
          <a:ext cx="3986784" cy="4632960"/>
        </p:xfrm>
        <a:graphic>
          <a:graphicData uri="http://schemas.openxmlformats.org/drawingml/2006/table">
            <a:tbl>
              <a:tblPr firstRow="1" bandRow="1">
                <a:tableStyleId>{611F8288-94FE-428C-BC68-D470A1F505C4}</a:tableStyleId>
              </a:tblPr>
              <a:tblGrid>
                <a:gridCol w="3319272">
                  <a:extLst>
                    <a:ext uri="{9D8B030D-6E8A-4147-A177-3AD203B41FA5}">
                      <a16:colId xmlns:a16="http://schemas.microsoft.com/office/drawing/2014/main" val="1821199878"/>
                    </a:ext>
                  </a:extLst>
                </a:gridCol>
                <a:gridCol w="667512">
                  <a:extLst>
                    <a:ext uri="{9D8B030D-6E8A-4147-A177-3AD203B41FA5}">
                      <a16:colId xmlns:a16="http://schemas.microsoft.com/office/drawing/2014/main" val="2401774700"/>
                    </a:ext>
                  </a:extLst>
                </a:gridCol>
              </a:tblGrid>
              <a:tr h="251409">
                <a:tc>
                  <a:txBody>
                    <a:bodyPr/>
                    <a:lstStyle/>
                    <a:p>
                      <a:r>
                        <a:rPr lang="en-IN" dirty="0"/>
                        <a:t>SIMILAR SENTENCE VECTOR</a:t>
                      </a:r>
                    </a:p>
                  </a:txBody>
                  <a:tcPr/>
                </a:tc>
                <a:tc>
                  <a:txBody>
                    <a:bodyPr/>
                    <a:lstStyle/>
                    <a:p>
                      <a:r>
                        <a:rPr lang="en-IN" dirty="0"/>
                        <a:t>SCORE</a:t>
                      </a:r>
                    </a:p>
                  </a:txBody>
                  <a:tcPr/>
                </a:tc>
                <a:extLst>
                  <a:ext uri="{0D108BD9-81ED-4DB2-BD59-A6C34878D82A}">
                    <a16:rowId xmlns:a16="http://schemas.microsoft.com/office/drawing/2014/main" val="2457910861"/>
                  </a:ext>
                </a:extLst>
              </a:tr>
              <a:tr h="25140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i="1" u="sng" dirty="0">
                          <a:solidFill>
                            <a:schemeClr val="tx1">
                              <a:lumMod val="50000"/>
                            </a:schemeClr>
                          </a:solidFill>
                          <a:highlight>
                            <a:srgbClr val="009999"/>
                          </a:highlight>
                        </a:rPr>
                        <a:t>1. Bank Account Number for </a:t>
                      </a:r>
                      <a:r>
                        <a:rPr lang="en-IN" sz="1400" b="1" i="1" u="sng" dirty="0" err="1">
                          <a:solidFill>
                            <a:schemeClr val="tx1">
                              <a:lumMod val="50000"/>
                            </a:schemeClr>
                          </a:solidFill>
                          <a:highlight>
                            <a:srgbClr val="009999"/>
                          </a:highlight>
                        </a:rPr>
                        <a:t>BoA</a:t>
                      </a:r>
                      <a:r>
                        <a:rPr lang="en-IN" sz="1400" b="1" i="1" u="sng" dirty="0">
                          <a:solidFill>
                            <a:schemeClr val="tx1">
                              <a:lumMod val="50000"/>
                            </a:schemeClr>
                          </a:solidFill>
                          <a:highlight>
                            <a:srgbClr val="009999"/>
                          </a:highlight>
                        </a:rPr>
                        <a:t> is 123xyz</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0.976</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2653549340"/>
                  </a:ext>
                </a:extLst>
              </a:tr>
              <a:tr h="25140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2. Bank of America has number ….</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0.811</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1562656641"/>
                  </a:ext>
                </a:extLst>
              </a:tr>
              <a:tr h="251409">
                <a:tc>
                  <a:txBody>
                    <a:bodyPr/>
                    <a:lstStyle/>
                    <a:p>
                      <a:r>
                        <a:rPr lang="en-IN" sz="1400" b="1" dirty="0">
                          <a:solidFill>
                            <a:schemeClr val="tx1">
                              <a:lumMod val="50000"/>
                            </a:schemeClr>
                          </a:solidFill>
                        </a:rPr>
                        <a:t>3. BOA</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0.712</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594815720"/>
                  </a:ext>
                </a:extLst>
              </a:tr>
              <a:tr h="251409">
                <a:tc>
                  <a:txBody>
                    <a:bodyPr/>
                    <a:lstStyle/>
                    <a:p>
                      <a:r>
                        <a:rPr lang="en-IN" sz="1400" b="1" dirty="0">
                          <a:solidFill>
                            <a:schemeClr val="tx1">
                              <a:lumMod val="50000"/>
                            </a:schemeClr>
                          </a:solidFill>
                        </a:rPr>
                        <a:t>4. Bank Account Number</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0.701</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3447333671"/>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5. Bank of America has Amtech as supplier</a:t>
                      </a:r>
                    </a:p>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6. Bank Account Number for …</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0.691</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3440646170"/>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7. Bank….</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0.688</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1346065717"/>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8. Supplier…</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0.667</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639690089"/>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9. Number….</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0.633</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972466251"/>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1" dirty="0">
                          <a:solidFill>
                            <a:schemeClr val="tx1">
                              <a:lumMod val="50000"/>
                            </a:schemeClr>
                          </a:solidFill>
                        </a:rPr>
                        <a:t>10. Account…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0.619</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3646147193"/>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b="0" dirty="0">
                          <a:solidFill>
                            <a:schemeClr val="tx1">
                              <a:lumMod val="50000"/>
                            </a:schemeClr>
                          </a:solidFill>
                        </a:rPr>
                        <a:t>11. Bank Number</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sz="1400" dirty="0"/>
                        <a:t>0.553</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2581265588"/>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200" b="1" dirty="0">
                          <a:solidFill>
                            <a:schemeClr val="tx1">
                              <a:lumMod val="50000"/>
                            </a:schemeClr>
                          </a:solidFill>
                        </a:rPr>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dirty="0"/>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76714491"/>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200" b="1" dirty="0">
                          <a:solidFill>
                            <a:schemeClr val="tx1">
                              <a:lumMod val="50000"/>
                            </a:schemeClr>
                          </a:solidFill>
                        </a:rPr>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dirty="0"/>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4068178369"/>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200" b="1" dirty="0">
                          <a:solidFill>
                            <a:schemeClr val="tx1">
                              <a:lumMod val="50000"/>
                            </a:schemeClr>
                          </a:solidFill>
                        </a:rPr>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dirty="0"/>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587536313"/>
                  </a:ext>
                </a:extLst>
              </a:tr>
              <a:tr h="257135">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200" b="0" dirty="0">
                          <a:solidFill>
                            <a:schemeClr val="tx1">
                              <a:lumMod val="50000"/>
                            </a:schemeClr>
                          </a:solidFill>
                        </a:rPr>
                        <a:t>N ……….</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tc>
                  <a:txBody>
                    <a:bodyPr/>
                    <a:lstStyle/>
                    <a:p>
                      <a:r>
                        <a:rPr lang="en-IN" dirty="0"/>
                        <a:t>…</a:t>
                      </a:r>
                    </a:p>
                  </a:txBody>
                  <a:tcPr>
                    <a:gradFill flip="none" rotWithShape="1">
                      <a:gsLst>
                        <a:gs pos="0">
                          <a:schemeClr val="bg2">
                            <a:lumMod val="60000"/>
                            <a:lumOff val="40000"/>
                            <a:tint val="66000"/>
                            <a:satMod val="160000"/>
                          </a:schemeClr>
                        </a:gs>
                        <a:gs pos="50000">
                          <a:schemeClr val="bg2">
                            <a:lumMod val="60000"/>
                            <a:lumOff val="40000"/>
                            <a:tint val="44500"/>
                            <a:satMod val="160000"/>
                          </a:schemeClr>
                        </a:gs>
                        <a:gs pos="100000">
                          <a:schemeClr val="bg2">
                            <a:lumMod val="60000"/>
                            <a:lumOff val="40000"/>
                            <a:tint val="23500"/>
                            <a:satMod val="160000"/>
                          </a:schemeClr>
                        </a:gs>
                      </a:gsLst>
                      <a:path path="circle">
                        <a:fillToRect l="50000" t="50000" r="50000" b="50000"/>
                      </a:path>
                      <a:tileRect/>
                    </a:gradFill>
                  </a:tcPr>
                </a:tc>
                <a:extLst>
                  <a:ext uri="{0D108BD9-81ED-4DB2-BD59-A6C34878D82A}">
                    <a16:rowId xmlns:a16="http://schemas.microsoft.com/office/drawing/2014/main" val="3820097070"/>
                  </a:ext>
                </a:extLst>
              </a:tr>
            </a:tbl>
          </a:graphicData>
        </a:graphic>
      </p:graphicFrame>
    </p:spTree>
    <p:extLst>
      <p:ext uri="{BB962C8B-B14F-4D97-AF65-F5344CB8AC3E}">
        <p14:creationId xmlns:p14="http://schemas.microsoft.com/office/powerpoint/2010/main" val="76627378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F64CE-95BB-24A7-6518-5B6DEF6F34C1}"/>
              </a:ext>
            </a:extLst>
          </p:cNvPr>
          <p:cNvSpPr>
            <a:spLocks noGrp="1"/>
          </p:cNvSpPr>
          <p:nvPr>
            <p:ph type="title"/>
          </p:nvPr>
        </p:nvSpPr>
        <p:spPr>
          <a:xfrm>
            <a:off x="375031" y="784123"/>
            <a:ext cx="3108833" cy="1099541"/>
          </a:xfrm>
        </p:spPr>
        <p:txBody>
          <a:bodyPr/>
          <a:lstStyle/>
          <a:p>
            <a:r>
              <a:rPr lang="en-IN" sz="4400" dirty="0"/>
              <a:t>Demo</a:t>
            </a:r>
          </a:p>
        </p:txBody>
      </p:sp>
      <p:sp>
        <p:nvSpPr>
          <p:cNvPr id="4" name="Rectangle 3">
            <a:extLst>
              <a:ext uri="{FF2B5EF4-FFF2-40B4-BE49-F238E27FC236}">
                <a16:creationId xmlns:a16="http://schemas.microsoft.com/office/drawing/2014/main" id="{BB40F59C-602E-A4EB-0DA0-131946B51B1A}"/>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966938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itle 3">
            <a:extLst>
              <a:ext uri="{FF2B5EF4-FFF2-40B4-BE49-F238E27FC236}">
                <a16:creationId xmlns:a16="http://schemas.microsoft.com/office/drawing/2014/main" id="{19DDFA59-2133-90F3-0B88-9EBA21B6AAFA}"/>
              </a:ext>
            </a:extLst>
          </p:cNvPr>
          <p:cNvSpPr txBox="1">
            <a:spLocks/>
          </p:cNvSpPr>
          <p:nvPr/>
        </p:nvSpPr>
        <p:spPr>
          <a:xfrm>
            <a:off x="685800" y="685800"/>
            <a:ext cx="5486400" cy="533400"/>
          </a:xfrm>
          <a:prstGeom prst="rect">
            <a:avLst/>
          </a:prstGeom>
        </p:spPr>
        <p:txBody>
          <a:bodyPr vert="horz" lIns="0" tIns="0" rIns="0" bIns="0" rtlCol="0" anchor="t">
            <a:noAutofit/>
          </a:bodyPr>
          <a:lstStyle>
            <a:lvl1pPr eaLnBrk="1" hangingPunct="1">
              <a:lnSpc>
                <a:spcPct val="85000"/>
              </a:lnSpc>
              <a:defRPr sz="5400" kern="1200" baseline="0">
                <a:solidFill>
                  <a:schemeClr val="accent6"/>
                </a:solidFill>
                <a:latin typeface="+mj-lt"/>
                <a:ea typeface="+mj-ea"/>
                <a:cs typeface="+mj-cs"/>
              </a:defRPr>
            </a:lvl1pPr>
          </a:lstStyle>
          <a:p>
            <a:pPr>
              <a:spcBef>
                <a:spcPts val="0"/>
              </a:spcBef>
              <a:spcAft>
                <a:spcPts val="0"/>
              </a:spcAft>
            </a:pPr>
            <a:r>
              <a:rPr lang="en-US"/>
              <a:t>Conclusion</a:t>
            </a:r>
          </a:p>
        </p:txBody>
      </p:sp>
      <p:sp>
        <p:nvSpPr>
          <p:cNvPr id="7" name="TextBox 6">
            <a:extLst>
              <a:ext uri="{FF2B5EF4-FFF2-40B4-BE49-F238E27FC236}">
                <a16:creationId xmlns:a16="http://schemas.microsoft.com/office/drawing/2014/main" id="{76E5ECA5-E70D-8BD3-ED53-1EED5E04F9CB}"/>
              </a:ext>
            </a:extLst>
          </p:cNvPr>
          <p:cNvSpPr txBox="1"/>
          <p:nvPr/>
        </p:nvSpPr>
        <p:spPr>
          <a:xfrm>
            <a:off x="2333002" y="2469735"/>
            <a:ext cx="0" cy="0"/>
          </a:xfrm>
          <a:prstGeom prst="rect">
            <a:avLst/>
          </a:prstGeom>
          <a:noFill/>
        </p:spPr>
        <p:txBody>
          <a:bodyPr wrap="none" lIns="0" tIns="0" rIns="0" bIns="0" rtlCol="0">
            <a:noAutofit/>
          </a:bodyPr>
          <a:lstStyle/>
          <a:p>
            <a:pPr algn="l"/>
            <a:endParaRPr lang="en-US"/>
          </a:p>
        </p:txBody>
      </p:sp>
      <p:sp>
        <p:nvSpPr>
          <p:cNvPr id="11" name="TextBox 10">
            <a:extLst>
              <a:ext uri="{FF2B5EF4-FFF2-40B4-BE49-F238E27FC236}">
                <a16:creationId xmlns:a16="http://schemas.microsoft.com/office/drawing/2014/main" id="{D886D652-8347-0CB9-D191-5EA4D813059B}"/>
              </a:ext>
            </a:extLst>
          </p:cNvPr>
          <p:cNvSpPr txBox="1"/>
          <p:nvPr/>
        </p:nvSpPr>
        <p:spPr>
          <a:xfrm>
            <a:off x="2444097" y="2589376"/>
            <a:ext cx="0" cy="0"/>
          </a:xfrm>
          <a:prstGeom prst="rect">
            <a:avLst/>
          </a:prstGeom>
          <a:noFill/>
        </p:spPr>
        <p:txBody>
          <a:bodyPr wrap="none" lIns="0" tIns="0" rIns="0" bIns="0" rtlCol="0">
            <a:noAutofit/>
          </a:bodyPr>
          <a:lstStyle/>
          <a:p>
            <a:pPr algn="l"/>
            <a:endParaRPr lang="en-US"/>
          </a:p>
        </p:txBody>
      </p:sp>
      <p:grpSp>
        <p:nvGrpSpPr>
          <p:cNvPr id="24" name="Group 23">
            <a:extLst>
              <a:ext uri="{FF2B5EF4-FFF2-40B4-BE49-F238E27FC236}">
                <a16:creationId xmlns:a16="http://schemas.microsoft.com/office/drawing/2014/main" id="{9C78AA50-0A76-6860-24E3-174CC55B41B3}"/>
              </a:ext>
            </a:extLst>
          </p:cNvPr>
          <p:cNvGrpSpPr/>
          <p:nvPr/>
        </p:nvGrpSpPr>
        <p:grpSpPr>
          <a:xfrm>
            <a:off x="5039879" y="2016438"/>
            <a:ext cx="2830448" cy="3927160"/>
            <a:chOff x="4991100" y="2016438"/>
            <a:chExt cx="2830448" cy="3927160"/>
          </a:xfrm>
        </p:grpSpPr>
        <p:sp>
          <p:nvSpPr>
            <p:cNvPr id="12" name="Rectangle 11">
              <a:extLst>
                <a:ext uri="{FF2B5EF4-FFF2-40B4-BE49-F238E27FC236}">
                  <a16:creationId xmlns:a16="http://schemas.microsoft.com/office/drawing/2014/main" id="{79DF7C5D-A38A-F0C9-ED04-4412AE0DA4BC}"/>
                </a:ext>
              </a:extLst>
            </p:cNvPr>
            <p:cNvSpPr/>
            <p:nvPr/>
          </p:nvSpPr>
          <p:spPr>
            <a:xfrm>
              <a:off x="4991100" y="2016438"/>
              <a:ext cx="2830448" cy="3927160"/>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pic>
          <p:nvPicPr>
            <p:cNvPr id="17" name="Graphic 16" descr="Artificial Intelligence outline">
              <a:extLst>
                <a:ext uri="{FF2B5EF4-FFF2-40B4-BE49-F238E27FC236}">
                  <a16:creationId xmlns:a16="http://schemas.microsoft.com/office/drawing/2014/main" id="{A0277A3F-2121-85CE-A43E-1F3F59E2932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096000" y="2077807"/>
              <a:ext cx="762000" cy="762000"/>
            </a:xfrm>
            <a:prstGeom prst="rect">
              <a:avLst/>
            </a:prstGeom>
          </p:spPr>
        </p:pic>
        <p:grpSp>
          <p:nvGrpSpPr>
            <p:cNvPr id="8" name="Group 7">
              <a:extLst>
                <a:ext uri="{FF2B5EF4-FFF2-40B4-BE49-F238E27FC236}">
                  <a16:creationId xmlns:a16="http://schemas.microsoft.com/office/drawing/2014/main" id="{D9FB4001-ED83-D221-6D22-08258B866E07}"/>
                </a:ext>
              </a:extLst>
            </p:cNvPr>
            <p:cNvGrpSpPr/>
            <p:nvPr/>
          </p:nvGrpSpPr>
          <p:grpSpPr>
            <a:xfrm>
              <a:off x="5224382" y="3063938"/>
              <a:ext cx="2548018" cy="2781254"/>
              <a:chOff x="1471836" y="3257299"/>
              <a:chExt cx="2497615" cy="2198878"/>
            </a:xfrm>
          </p:grpSpPr>
          <p:sp>
            <p:nvSpPr>
              <p:cNvPr id="22" name="Text Placeholder 2">
                <a:extLst>
                  <a:ext uri="{FF2B5EF4-FFF2-40B4-BE49-F238E27FC236}">
                    <a16:creationId xmlns:a16="http://schemas.microsoft.com/office/drawing/2014/main" id="{D3CEB31E-F4FC-2084-B8FB-98B91AB0FB54}"/>
                  </a:ext>
                </a:extLst>
              </p:cNvPr>
              <p:cNvSpPr txBox="1">
                <a:spLocks/>
              </p:cNvSpPr>
              <p:nvPr/>
            </p:nvSpPr>
            <p:spPr>
              <a:xfrm>
                <a:off x="1471836" y="3257299"/>
                <a:ext cx="2497615" cy="295034"/>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ctr">
                  <a:spcBef>
                    <a:spcPts val="1008"/>
                  </a:spcBef>
                  <a:spcAft>
                    <a:spcPts val="1008"/>
                  </a:spcAft>
                </a:pPr>
                <a:r>
                  <a:rPr lang="en-US" sz="2400" b="1" dirty="0">
                    <a:latin typeface="+mj-lt"/>
                    <a:cs typeface="+mn-cs"/>
                  </a:rPr>
                  <a:t>AI-driven Capabilities</a:t>
                </a:r>
              </a:p>
            </p:txBody>
          </p:sp>
          <p:sp>
            <p:nvSpPr>
              <p:cNvPr id="2" name="Text Placeholder 2">
                <a:extLst>
                  <a:ext uri="{FF2B5EF4-FFF2-40B4-BE49-F238E27FC236}">
                    <a16:creationId xmlns:a16="http://schemas.microsoft.com/office/drawing/2014/main" id="{00E52D85-EF86-FC47-6058-D498E6CE6DEE}"/>
                  </a:ext>
                </a:extLst>
              </p:cNvPr>
              <p:cNvSpPr txBox="1">
                <a:spLocks/>
              </p:cNvSpPr>
              <p:nvPr/>
            </p:nvSpPr>
            <p:spPr>
              <a:xfrm>
                <a:off x="1648516" y="3779777"/>
                <a:ext cx="2144256" cy="1676400"/>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marL="171450" indent="-171450" algn="l" rtl="0" fontAlgn="ctr">
                  <a:buFont typeface="Arial" panose="020B0604020202020204" pitchFamily="34" charset="0"/>
                  <a:buChar char="•"/>
                </a:pPr>
                <a:r>
                  <a:rPr lang="en-IN" sz="1800" b="1" dirty="0"/>
                  <a:t>Supports flexible natural language queries</a:t>
                </a:r>
              </a:p>
              <a:p>
                <a:pPr marL="171450" indent="-171450" algn="l" rtl="0" fontAlgn="ctr">
                  <a:buFont typeface="Arial" panose="020B0604020202020204" pitchFamily="34" charset="0"/>
                  <a:buChar char="•"/>
                </a:pPr>
                <a:endParaRPr lang="en-IN" sz="1800" dirty="0"/>
              </a:p>
              <a:p>
                <a:pPr marL="171450" indent="-171450" algn="l" rtl="0" fontAlgn="ctr">
                  <a:buFont typeface="Arial" panose="020B0604020202020204" pitchFamily="34" charset="0"/>
                  <a:buChar char="•"/>
                </a:pPr>
                <a:r>
                  <a:rPr lang="en-IN" sz="1800" b="1" dirty="0"/>
                  <a:t>Handles structured + vague queries</a:t>
                </a:r>
              </a:p>
              <a:p>
                <a:pPr marL="171450" indent="-171450" algn="l" rtl="0" fontAlgn="ctr">
                  <a:buFont typeface="Arial" panose="020B0604020202020204" pitchFamily="34" charset="0"/>
                  <a:buChar char="•"/>
                </a:pPr>
                <a:endParaRPr lang="en-IN" sz="1800" dirty="0"/>
              </a:p>
              <a:p>
                <a:pPr marL="171450" indent="-171450" algn="l" rtl="0" fontAlgn="ctr">
                  <a:buFont typeface="Arial" panose="020B0604020202020204" pitchFamily="34" charset="0"/>
                  <a:buChar char="•"/>
                </a:pPr>
                <a:r>
                  <a:rPr lang="en-IN" sz="1800" b="1" dirty="0"/>
                  <a:t>Context-aware responses</a:t>
                </a:r>
                <a:endParaRPr lang="en-IN" sz="1800" dirty="0"/>
              </a:p>
            </p:txBody>
          </p:sp>
        </p:grpSp>
      </p:grpSp>
      <p:grpSp>
        <p:nvGrpSpPr>
          <p:cNvPr id="16" name="Group 15">
            <a:extLst>
              <a:ext uri="{FF2B5EF4-FFF2-40B4-BE49-F238E27FC236}">
                <a16:creationId xmlns:a16="http://schemas.microsoft.com/office/drawing/2014/main" id="{AC1A52DD-1903-BFAD-22FF-77E02DCEC4E0}"/>
              </a:ext>
            </a:extLst>
          </p:cNvPr>
          <p:cNvGrpSpPr/>
          <p:nvPr/>
        </p:nvGrpSpPr>
        <p:grpSpPr>
          <a:xfrm>
            <a:off x="1158279" y="2016438"/>
            <a:ext cx="2918052" cy="3927160"/>
            <a:chOff x="8494994" y="2016438"/>
            <a:chExt cx="2735580" cy="3927160"/>
          </a:xfrm>
        </p:grpSpPr>
        <p:sp>
          <p:nvSpPr>
            <p:cNvPr id="10" name="Rectangle 9">
              <a:extLst>
                <a:ext uri="{FF2B5EF4-FFF2-40B4-BE49-F238E27FC236}">
                  <a16:creationId xmlns:a16="http://schemas.microsoft.com/office/drawing/2014/main" id="{E98BC6A8-2077-B3BF-6151-D9D088488E31}"/>
                </a:ext>
              </a:extLst>
            </p:cNvPr>
            <p:cNvSpPr/>
            <p:nvPr/>
          </p:nvSpPr>
          <p:spPr>
            <a:xfrm>
              <a:off x="8494994" y="2016438"/>
              <a:ext cx="2735580" cy="3927160"/>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grpSp>
          <p:nvGrpSpPr>
            <p:cNvPr id="25" name="Group 24">
              <a:extLst>
                <a:ext uri="{FF2B5EF4-FFF2-40B4-BE49-F238E27FC236}">
                  <a16:creationId xmlns:a16="http://schemas.microsoft.com/office/drawing/2014/main" id="{F8FC9356-DD85-E9A8-E33F-6700F5F91527}"/>
                </a:ext>
              </a:extLst>
            </p:cNvPr>
            <p:cNvGrpSpPr/>
            <p:nvPr/>
          </p:nvGrpSpPr>
          <p:grpSpPr>
            <a:xfrm>
              <a:off x="8561505" y="2141458"/>
              <a:ext cx="2582625" cy="3421140"/>
              <a:chOff x="5069293" y="2081692"/>
              <a:chExt cx="2582625" cy="3421140"/>
            </a:xfrm>
          </p:grpSpPr>
          <p:pic>
            <p:nvPicPr>
              <p:cNvPr id="19" name="Graphic 18" descr="Presentation with pie chart outline">
                <a:extLst>
                  <a:ext uri="{FF2B5EF4-FFF2-40B4-BE49-F238E27FC236}">
                    <a16:creationId xmlns:a16="http://schemas.microsoft.com/office/drawing/2014/main" id="{7AD7C51C-C8F9-83C7-71A8-9D064B5420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7805" y="2081692"/>
                <a:ext cx="762000" cy="809097"/>
              </a:xfrm>
              <a:prstGeom prst="rect">
                <a:avLst/>
              </a:prstGeom>
            </p:spPr>
          </p:pic>
          <p:grpSp>
            <p:nvGrpSpPr>
              <p:cNvPr id="9" name="Group 8">
                <a:extLst>
                  <a:ext uri="{FF2B5EF4-FFF2-40B4-BE49-F238E27FC236}">
                    <a16:creationId xmlns:a16="http://schemas.microsoft.com/office/drawing/2014/main" id="{56B36A25-4857-B25A-BD30-2090C8BBDC7B}"/>
                  </a:ext>
                </a:extLst>
              </p:cNvPr>
              <p:cNvGrpSpPr/>
              <p:nvPr/>
            </p:nvGrpSpPr>
            <p:grpSpPr>
              <a:xfrm>
                <a:off x="5069293" y="3006284"/>
                <a:ext cx="2582625" cy="2496548"/>
                <a:chOff x="4818820" y="2976694"/>
                <a:chExt cx="2582625" cy="2351225"/>
              </a:xfrm>
            </p:grpSpPr>
            <p:sp>
              <p:nvSpPr>
                <p:cNvPr id="23" name="Text Placeholder 2">
                  <a:extLst>
                    <a:ext uri="{FF2B5EF4-FFF2-40B4-BE49-F238E27FC236}">
                      <a16:creationId xmlns:a16="http://schemas.microsoft.com/office/drawing/2014/main" id="{A20D14BB-3B50-E4E2-C850-82A880FFD49E}"/>
                    </a:ext>
                  </a:extLst>
                </p:cNvPr>
                <p:cNvSpPr txBox="1">
                  <a:spLocks/>
                </p:cNvSpPr>
                <p:nvPr/>
              </p:nvSpPr>
              <p:spPr>
                <a:xfrm>
                  <a:off x="4818820" y="2976694"/>
                  <a:ext cx="2432181" cy="445164"/>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ctr">
                    <a:spcBef>
                      <a:spcPts val="1008"/>
                    </a:spcBef>
                    <a:spcAft>
                      <a:spcPts val="1008"/>
                    </a:spcAft>
                  </a:pPr>
                  <a:r>
                    <a:rPr lang="en-IN" sz="2400" b="1" dirty="0">
                      <a:solidFill>
                        <a:schemeClr val="bg1"/>
                      </a:solidFill>
                      <a:latin typeface="+mj-lt"/>
                    </a:rPr>
                    <a:t>Enterprise-grade Privacy</a:t>
                  </a:r>
                  <a:endParaRPr lang="en-US" sz="2400" b="1" dirty="0">
                    <a:solidFill>
                      <a:schemeClr val="bg1"/>
                    </a:solidFill>
                    <a:latin typeface="+mj-lt"/>
                    <a:cs typeface="+mn-cs"/>
                  </a:endParaRPr>
                </a:p>
              </p:txBody>
            </p:sp>
            <p:sp>
              <p:nvSpPr>
                <p:cNvPr id="5" name="Text Placeholder 2">
                  <a:extLst>
                    <a:ext uri="{FF2B5EF4-FFF2-40B4-BE49-F238E27FC236}">
                      <a16:creationId xmlns:a16="http://schemas.microsoft.com/office/drawing/2014/main" id="{64DA5F53-0559-55F3-C028-F76A514CDCCA}"/>
                    </a:ext>
                  </a:extLst>
                </p:cNvPr>
                <p:cNvSpPr txBox="1">
                  <a:spLocks/>
                </p:cNvSpPr>
                <p:nvPr/>
              </p:nvSpPr>
              <p:spPr>
                <a:xfrm>
                  <a:off x="4882330" y="3530631"/>
                  <a:ext cx="2519115" cy="1797288"/>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marL="171450" indent="-171450" algn="l">
                    <a:buFont typeface="Arial" panose="020B0604020202020204" pitchFamily="34" charset="0"/>
                    <a:buChar char="•"/>
                  </a:pPr>
                  <a:r>
                    <a:rPr lang="en-US" sz="1800" b="1" dirty="0">
                      <a:solidFill>
                        <a:schemeClr val="bg1"/>
                      </a:solidFill>
                    </a:rPr>
                    <a:t>Built exclusively on CBRE’s internal data</a:t>
                  </a:r>
                  <a:endParaRPr lang="en-IN" sz="1800" b="1" dirty="0">
                    <a:solidFill>
                      <a:schemeClr val="bg1"/>
                    </a:solidFill>
                  </a:endParaRPr>
                </a:p>
                <a:p>
                  <a:pPr marL="171450" indent="-171450" algn="l">
                    <a:buFont typeface="Arial" panose="020B0604020202020204" pitchFamily="34" charset="0"/>
                    <a:buChar char="•"/>
                  </a:pPr>
                  <a:endParaRPr lang="en-IN" sz="1800" b="1" dirty="0">
                    <a:solidFill>
                      <a:schemeClr val="bg1"/>
                    </a:solidFill>
                  </a:endParaRPr>
                </a:p>
                <a:p>
                  <a:pPr marL="171450" indent="-171450" algn="l">
                    <a:buFont typeface="Arial" panose="020B0604020202020204" pitchFamily="34" charset="0"/>
                    <a:buChar char="•"/>
                  </a:pPr>
                  <a:r>
                    <a:rPr lang="en-US" sz="1800" b="1" dirty="0">
                      <a:solidFill>
                        <a:schemeClr val="bg1"/>
                      </a:solidFill>
                    </a:rPr>
                    <a:t>Securely built LLM  without exposure to external world</a:t>
                  </a:r>
                </a:p>
                <a:p>
                  <a:pPr algn="l"/>
                  <a:endParaRPr lang="en-IN" sz="1800" b="1" dirty="0">
                    <a:solidFill>
                      <a:schemeClr val="bg1"/>
                    </a:solidFill>
                  </a:endParaRPr>
                </a:p>
                <a:p>
                  <a:pPr marL="171450" indent="-171450" algn="l">
                    <a:buFont typeface="Arial" panose="020B0604020202020204" pitchFamily="34" charset="0"/>
                    <a:buChar char="•"/>
                  </a:pPr>
                  <a:r>
                    <a:rPr lang="en-US" sz="1800" b="1" dirty="0">
                      <a:solidFill>
                        <a:schemeClr val="bg1"/>
                      </a:solidFill>
                    </a:rPr>
                    <a:t>Aligned with finance systems with Power BI data visualization</a:t>
                  </a:r>
                  <a:endParaRPr lang="en-IN" sz="1800" b="1" dirty="0">
                    <a:solidFill>
                      <a:schemeClr val="bg1"/>
                    </a:solidFill>
                  </a:endParaRPr>
                </a:p>
              </p:txBody>
            </p:sp>
          </p:grpSp>
        </p:grpSp>
      </p:grpSp>
      <p:grpSp>
        <p:nvGrpSpPr>
          <p:cNvPr id="20" name="Group 19">
            <a:extLst>
              <a:ext uri="{FF2B5EF4-FFF2-40B4-BE49-F238E27FC236}">
                <a16:creationId xmlns:a16="http://schemas.microsoft.com/office/drawing/2014/main" id="{A12B242D-C0C7-5076-D5A9-199186C082CF}"/>
              </a:ext>
            </a:extLst>
          </p:cNvPr>
          <p:cNvGrpSpPr/>
          <p:nvPr/>
        </p:nvGrpSpPr>
        <p:grpSpPr>
          <a:xfrm>
            <a:off x="8874998" y="2016437"/>
            <a:ext cx="2857500" cy="3927161"/>
            <a:chOff x="1264920" y="2016438"/>
            <a:chExt cx="2857500" cy="3927161"/>
          </a:xfrm>
        </p:grpSpPr>
        <p:sp>
          <p:nvSpPr>
            <p:cNvPr id="4" name="Rectangle 3">
              <a:extLst>
                <a:ext uri="{FF2B5EF4-FFF2-40B4-BE49-F238E27FC236}">
                  <a16:creationId xmlns:a16="http://schemas.microsoft.com/office/drawing/2014/main" id="{98717C4F-08C3-2497-877E-C32951AB32A5}"/>
                </a:ext>
              </a:extLst>
            </p:cNvPr>
            <p:cNvSpPr/>
            <p:nvPr/>
          </p:nvSpPr>
          <p:spPr>
            <a:xfrm>
              <a:off x="1264920" y="2016438"/>
              <a:ext cx="2857500" cy="3927161"/>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a:solidFill>
                  <a:schemeClr val="bg1"/>
                </a:solidFill>
              </a:endParaRPr>
            </a:p>
          </p:txBody>
        </p:sp>
        <p:pic>
          <p:nvPicPr>
            <p:cNvPr id="21" name="Graphic 20" descr="Basic Shapes outline">
              <a:extLst>
                <a:ext uri="{FF2B5EF4-FFF2-40B4-BE49-F238E27FC236}">
                  <a16:creationId xmlns:a16="http://schemas.microsoft.com/office/drawing/2014/main" id="{9506DD05-5F66-5C91-FEF2-CB0ADB7954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33600" y="2141458"/>
              <a:ext cx="762000" cy="762000"/>
            </a:xfrm>
            <a:prstGeom prst="rect">
              <a:avLst/>
            </a:prstGeom>
          </p:spPr>
        </p:pic>
        <p:grpSp>
          <p:nvGrpSpPr>
            <p:cNvPr id="13" name="Group 12">
              <a:extLst>
                <a:ext uri="{FF2B5EF4-FFF2-40B4-BE49-F238E27FC236}">
                  <a16:creationId xmlns:a16="http://schemas.microsoft.com/office/drawing/2014/main" id="{3D552763-A368-257D-7659-33C8FF21AC7F}"/>
                </a:ext>
              </a:extLst>
            </p:cNvPr>
            <p:cNvGrpSpPr/>
            <p:nvPr/>
          </p:nvGrpSpPr>
          <p:grpSpPr>
            <a:xfrm>
              <a:off x="1516944" y="2997465"/>
              <a:ext cx="2445455" cy="2565134"/>
              <a:chOff x="1499509" y="3029714"/>
              <a:chExt cx="2445455" cy="2565134"/>
            </a:xfrm>
          </p:grpSpPr>
          <p:sp>
            <p:nvSpPr>
              <p:cNvPr id="14" name="Text Placeholder 2">
                <a:extLst>
                  <a:ext uri="{FF2B5EF4-FFF2-40B4-BE49-F238E27FC236}">
                    <a16:creationId xmlns:a16="http://schemas.microsoft.com/office/drawing/2014/main" id="{95E60965-F866-2D44-37B8-5ABF2714EB87}"/>
                  </a:ext>
                </a:extLst>
              </p:cNvPr>
              <p:cNvSpPr txBox="1">
                <a:spLocks/>
              </p:cNvSpPr>
              <p:nvPr/>
            </p:nvSpPr>
            <p:spPr>
              <a:xfrm>
                <a:off x="1672204" y="3029714"/>
                <a:ext cx="1947101" cy="451295"/>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ctr">
                  <a:spcBef>
                    <a:spcPts val="1008"/>
                  </a:spcBef>
                  <a:spcAft>
                    <a:spcPts val="1008"/>
                  </a:spcAft>
                </a:pPr>
                <a:r>
                  <a:rPr lang="en-US" sz="2400" b="1">
                    <a:solidFill>
                      <a:schemeClr val="bg1"/>
                    </a:solidFill>
                    <a:latin typeface="+mj-lt"/>
                    <a:cs typeface="+mn-cs"/>
                  </a:rPr>
                  <a:t>Business Impact</a:t>
                </a:r>
              </a:p>
            </p:txBody>
          </p:sp>
          <p:sp>
            <p:nvSpPr>
              <p:cNvPr id="15" name="Text Placeholder 2">
                <a:extLst>
                  <a:ext uri="{FF2B5EF4-FFF2-40B4-BE49-F238E27FC236}">
                    <a16:creationId xmlns:a16="http://schemas.microsoft.com/office/drawing/2014/main" id="{FE5C157E-4ABF-04E5-1100-46FA6F1551EF}"/>
                  </a:ext>
                </a:extLst>
              </p:cNvPr>
              <p:cNvSpPr txBox="1">
                <a:spLocks/>
              </p:cNvSpPr>
              <p:nvPr/>
            </p:nvSpPr>
            <p:spPr>
              <a:xfrm>
                <a:off x="1499509" y="3688029"/>
                <a:ext cx="2445455" cy="1906819"/>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marL="171450" indent="-171450" algn="l" rtl="0" fontAlgn="ctr">
                  <a:buFont typeface="Arial" panose="020B0604020202020204" pitchFamily="34" charset="0"/>
                  <a:buChar char="•"/>
                </a:pPr>
                <a:r>
                  <a:rPr lang="en-IN" sz="1800" b="1" dirty="0">
                    <a:solidFill>
                      <a:schemeClr val="bg1"/>
                    </a:solidFill>
                  </a:rPr>
                  <a:t>Reduced dependency on manual SQL or dashboarding</a:t>
                </a:r>
              </a:p>
              <a:p>
                <a:pPr marL="171450" indent="-171450" algn="l" rtl="0" fontAlgn="ctr">
                  <a:buFont typeface="Arial" panose="020B0604020202020204" pitchFamily="34" charset="0"/>
                  <a:buChar char="•"/>
                </a:pPr>
                <a:endParaRPr lang="en-IN" sz="1800" dirty="0">
                  <a:solidFill>
                    <a:schemeClr val="bg1"/>
                  </a:solidFill>
                </a:endParaRPr>
              </a:p>
              <a:p>
                <a:pPr marL="171450" indent="-171450" algn="l" rtl="0" fontAlgn="ctr">
                  <a:buFont typeface="Arial" panose="020B0604020202020204" pitchFamily="34" charset="0"/>
                  <a:buChar char="•"/>
                </a:pPr>
                <a:r>
                  <a:rPr lang="en-IN" sz="1800" b="1" dirty="0">
                    <a:solidFill>
                      <a:schemeClr val="bg1"/>
                    </a:solidFill>
                  </a:rPr>
                  <a:t>Faster decision-making</a:t>
                </a:r>
              </a:p>
              <a:p>
                <a:pPr marL="171450" indent="-171450" algn="l" rtl="0" fontAlgn="ctr">
                  <a:buFont typeface="Arial" panose="020B0604020202020204" pitchFamily="34" charset="0"/>
                  <a:buChar char="•"/>
                </a:pPr>
                <a:endParaRPr lang="en-IN" sz="1800" dirty="0">
                  <a:solidFill>
                    <a:schemeClr val="bg1"/>
                  </a:solidFill>
                </a:endParaRPr>
              </a:p>
              <a:p>
                <a:pPr marL="171450" indent="-171450" algn="l" rtl="0" fontAlgn="ctr">
                  <a:buFont typeface="Arial" panose="020B0604020202020204" pitchFamily="34" charset="0"/>
                  <a:buChar char="•"/>
                </a:pPr>
                <a:r>
                  <a:rPr lang="en-IN" sz="1800" b="1" dirty="0">
                    <a:solidFill>
                      <a:schemeClr val="bg1"/>
                    </a:solidFill>
                  </a:rPr>
                  <a:t>More accessible finance data</a:t>
                </a:r>
                <a:endParaRPr lang="en-IN" sz="1800" dirty="0">
                  <a:solidFill>
                    <a:schemeClr val="bg1"/>
                  </a:solidFill>
                </a:endParaRPr>
              </a:p>
              <a:p>
                <a:pPr algn="just">
                  <a:spcBef>
                    <a:spcPts val="1008"/>
                  </a:spcBef>
                  <a:spcAft>
                    <a:spcPts val="1008"/>
                  </a:spcAft>
                </a:pPr>
                <a:endParaRPr lang="en-US" sz="1400" dirty="0">
                  <a:solidFill>
                    <a:schemeClr val="bg1"/>
                  </a:solidFill>
                  <a:latin typeface="Calibre Light" panose="020B0303030202060203" pitchFamily="34" charset="0"/>
                  <a:cs typeface="+mn-cs"/>
                </a:endParaRPr>
              </a:p>
            </p:txBody>
          </p:sp>
        </p:grpSp>
      </p:grpSp>
      <p:sp>
        <p:nvSpPr>
          <p:cNvPr id="6" name="Rectangle 5">
            <a:extLst>
              <a:ext uri="{FF2B5EF4-FFF2-40B4-BE49-F238E27FC236}">
                <a16:creationId xmlns:a16="http://schemas.microsoft.com/office/drawing/2014/main" id="{93593BF9-B2C1-FB37-D7B3-00AC3D4ACE49}"/>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97327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ABA4CF1-5C18-7CC0-9444-DF05EE3E2478}"/>
              </a:ext>
            </a:extLst>
          </p:cNvPr>
          <p:cNvSpPr txBox="1"/>
          <p:nvPr/>
        </p:nvSpPr>
        <p:spPr>
          <a:xfrm>
            <a:off x="880217" y="393107"/>
            <a:ext cx="0" cy="0"/>
          </a:xfrm>
          <a:prstGeom prst="rect">
            <a:avLst/>
          </a:prstGeom>
          <a:noFill/>
        </p:spPr>
        <p:txBody>
          <a:bodyPr wrap="none" lIns="0" tIns="0" rIns="0" bIns="0" rtlCol="0">
            <a:noAutofit/>
          </a:bodyPr>
          <a:lstStyle/>
          <a:p>
            <a:pPr algn="l"/>
            <a:endParaRPr lang="en-US" sz="1400"/>
          </a:p>
        </p:txBody>
      </p:sp>
      <p:sp>
        <p:nvSpPr>
          <p:cNvPr id="10" name="TextBox 9">
            <a:extLst>
              <a:ext uri="{FF2B5EF4-FFF2-40B4-BE49-F238E27FC236}">
                <a16:creationId xmlns:a16="http://schemas.microsoft.com/office/drawing/2014/main" id="{397E3487-6D9B-69F2-3878-31A702624249}"/>
              </a:ext>
            </a:extLst>
          </p:cNvPr>
          <p:cNvSpPr txBox="1"/>
          <p:nvPr/>
        </p:nvSpPr>
        <p:spPr>
          <a:xfrm>
            <a:off x="13656179" y="7229742"/>
            <a:ext cx="0" cy="0"/>
          </a:xfrm>
          <a:prstGeom prst="rect">
            <a:avLst/>
          </a:prstGeom>
          <a:noFill/>
        </p:spPr>
        <p:txBody>
          <a:bodyPr wrap="none" lIns="0" tIns="0" rIns="0" bIns="0" rtlCol="0">
            <a:noAutofit/>
          </a:bodyPr>
          <a:lstStyle/>
          <a:p>
            <a:pPr algn="l"/>
            <a:endParaRPr lang="en-US" sz="1400"/>
          </a:p>
        </p:txBody>
      </p:sp>
      <p:sp>
        <p:nvSpPr>
          <p:cNvPr id="4" name="Title 3">
            <a:extLst>
              <a:ext uri="{FF2B5EF4-FFF2-40B4-BE49-F238E27FC236}">
                <a16:creationId xmlns:a16="http://schemas.microsoft.com/office/drawing/2014/main" id="{006FB8E0-15B4-6B6D-CC43-8B31F91DAED1}"/>
              </a:ext>
            </a:extLst>
          </p:cNvPr>
          <p:cNvSpPr txBox="1">
            <a:spLocks/>
          </p:cNvSpPr>
          <p:nvPr/>
        </p:nvSpPr>
        <p:spPr>
          <a:xfrm>
            <a:off x="685800" y="685800"/>
            <a:ext cx="5486400" cy="533400"/>
          </a:xfrm>
          <a:prstGeom prst="rect">
            <a:avLst/>
          </a:prstGeom>
        </p:spPr>
        <p:txBody>
          <a:bodyPr vert="horz" lIns="0" tIns="0" rIns="0" bIns="0" rtlCol="0" anchor="t">
            <a:noAutofit/>
          </a:bodyPr>
          <a:lstStyle>
            <a:lvl1pPr eaLnBrk="1" hangingPunct="1">
              <a:lnSpc>
                <a:spcPct val="85000"/>
              </a:lnSpc>
              <a:defRPr sz="5400" kern="1200" baseline="0">
                <a:solidFill>
                  <a:schemeClr val="accent6"/>
                </a:solidFill>
                <a:latin typeface="+mj-lt"/>
                <a:ea typeface="+mj-ea"/>
                <a:cs typeface="+mj-cs"/>
              </a:defRPr>
            </a:lvl1pPr>
          </a:lstStyle>
          <a:p>
            <a:pPr>
              <a:spcBef>
                <a:spcPts val="0"/>
              </a:spcBef>
              <a:spcAft>
                <a:spcPts val="0"/>
              </a:spcAft>
            </a:pPr>
            <a:r>
              <a:rPr lang="en-US"/>
              <a:t>Key Takeaways</a:t>
            </a:r>
          </a:p>
        </p:txBody>
      </p:sp>
      <p:pic>
        <p:nvPicPr>
          <p:cNvPr id="2" name="Picture 1">
            <a:extLst>
              <a:ext uri="{FF2B5EF4-FFF2-40B4-BE49-F238E27FC236}">
                <a16:creationId xmlns:a16="http://schemas.microsoft.com/office/drawing/2014/main" id="{AFAAD12D-B094-0858-7468-57DB5407175A}"/>
              </a:ext>
            </a:extLst>
          </p:cNvPr>
          <p:cNvPicPr>
            <a:picLocks noChangeAspect="1"/>
          </p:cNvPicPr>
          <p:nvPr/>
        </p:nvPicPr>
        <p:blipFill>
          <a:blip r:embed="rId3"/>
          <a:stretch>
            <a:fillRect/>
          </a:stretch>
        </p:blipFill>
        <p:spPr>
          <a:xfrm>
            <a:off x="3965575" y="2113065"/>
            <a:ext cx="4413250" cy="4744935"/>
          </a:xfrm>
          <a:prstGeom prst="rect">
            <a:avLst/>
          </a:prstGeom>
        </p:spPr>
      </p:pic>
      <p:sp>
        <p:nvSpPr>
          <p:cNvPr id="3" name="Text Placeholder 2">
            <a:extLst>
              <a:ext uri="{FF2B5EF4-FFF2-40B4-BE49-F238E27FC236}">
                <a16:creationId xmlns:a16="http://schemas.microsoft.com/office/drawing/2014/main" id="{AA720075-37E5-7F07-5788-2D39A2C07BC5}"/>
              </a:ext>
            </a:extLst>
          </p:cNvPr>
          <p:cNvSpPr txBox="1">
            <a:spLocks/>
          </p:cNvSpPr>
          <p:nvPr/>
        </p:nvSpPr>
        <p:spPr>
          <a:xfrm>
            <a:off x="3429000" y="2106789"/>
            <a:ext cx="1545357" cy="352007"/>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l">
              <a:spcBef>
                <a:spcPts val="1008"/>
              </a:spcBef>
              <a:spcAft>
                <a:spcPts val="1008"/>
              </a:spcAft>
            </a:pPr>
            <a:r>
              <a:rPr lang="en-US" sz="2000" b="1">
                <a:latin typeface="+mj-lt"/>
                <a:cs typeface="+mn-cs"/>
              </a:rPr>
              <a:t>Business</a:t>
            </a:r>
          </a:p>
        </p:txBody>
      </p:sp>
      <p:sp>
        <p:nvSpPr>
          <p:cNvPr id="5" name="Text Placeholder 2">
            <a:extLst>
              <a:ext uri="{FF2B5EF4-FFF2-40B4-BE49-F238E27FC236}">
                <a16:creationId xmlns:a16="http://schemas.microsoft.com/office/drawing/2014/main" id="{5FC445DE-5905-3434-C08C-03DD562267E9}"/>
              </a:ext>
            </a:extLst>
          </p:cNvPr>
          <p:cNvSpPr txBox="1">
            <a:spLocks/>
          </p:cNvSpPr>
          <p:nvPr/>
        </p:nvSpPr>
        <p:spPr>
          <a:xfrm>
            <a:off x="6865474" y="2514459"/>
            <a:ext cx="1981200" cy="352006"/>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l">
              <a:spcBef>
                <a:spcPts val="1008"/>
              </a:spcBef>
              <a:spcAft>
                <a:spcPts val="1008"/>
              </a:spcAft>
            </a:pPr>
            <a:r>
              <a:rPr lang="en-US" sz="2000" b="1">
                <a:latin typeface="+mj-lt"/>
                <a:cs typeface="+mn-cs"/>
              </a:rPr>
              <a:t>Technical Skills</a:t>
            </a:r>
          </a:p>
          <a:p>
            <a:pPr marL="342900" indent="-342900" algn="l">
              <a:spcBef>
                <a:spcPts val="1008"/>
              </a:spcBef>
              <a:spcAft>
                <a:spcPts val="1008"/>
              </a:spcAft>
              <a:buFont typeface="Arial" panose="020B0604020202020204" pitchFamily="34" charset="0"/>
              <a:buChar char="•"/>
            </a:pPr>
            <a:endParaRPr lang="en-US" sz="1800">
              <a:latin typeface="+mn-lt"/>
              <a:cs typeface="+mn-cs"/>
            </a:endParaRPr>
          </a:p>
        </p:txBody>
      </p:sp>
      <p:sp>
        <p:nvSpPr>
          <p:cNvPr id="6" name="Text Placeholder 2">
            <a:extLst>
              <a:ext uri="{FF2B5EF4-FFF2-40B4-BE49-F238E27FC236}">
                <a16:creationId xmlns:a16="http://schemas.microsoft.com/office/drawing/2014/main" id="{D8E0E493-EB75-B1A1-FF80-E9C2B9D374B7}"/>
              </a:ext>
            </a:extLst>
          </p:cNvPr>
          <p:cNvSpPr txBox="1">
            <a:spLocks/>
          </p:cNvSpPr>
          <p:nvPr/>
        </p:nvSpPr>
        <p:spPr>
          <a:xfrm>
            <a:off x="3352799" y="3886199"/>
            <a:ext cx="1545357" cy="1025839"/>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l">
              <a:spcBef>
                <a:spcPts val="1008"/>
              </a:spcBef>
              <a:spcAft>
                <a:spcPts val="1008"/>
              </a:spcAft>
            </a:pPr>
            <a:r>
              <a:rPr lang="en-US" sz="2000" b="1">
                <a:latin typeface="+mj-lt"/>
                <a:cs typeface="+mn-cs"/>
              </a:rPr>
              <a:t>Events</a:t>
            </a:r>
          </a:p>
        </p:txBody>
      </p:sp>
      <p:sp>
        <p:nvSpPr>
          <p:cNvPr id="7" name="Text Placeholder 2">
            <a:extLst>
              <a:ext uri="{FF2B5EF4-FFF2-40B4-BE49-F238E27FC236}">
                <a16:creationId xmlns:a16="http://schemas.microsoft.com/office/drawing/2014/main" id="{46E20D81-644E-E5D1-8F4B-93C72F9A3359}"/>
              </a:ext>
            </a:extLst>
          </p:cNvPr>
          <p:cNvSpPr txBox="1">
            <a:spLocks/>
          </p:cNvSpPr>
          <p:nvPr/>
        </p:nvSpPr>
        <p:spPr>
          <a:xfrm>
            <a:off x="8142721" y="4545259"/>
            <a:ext cx="1545357" cy="352006"/>
          </a:xfrm>
          <a:prstGeom prst="rect">
            <a:avLst/>
          </a:prstGeom>
        </p:spPr>
        <p:txBody>
          <a:bodyPr vert="horz" lIns="0" tIns="0" rIns="0" bIns="0" rtlCol="0">
            <a:noAutofit/>
          </a:bodyPr>
          <a:lstStyle>
            <a:lvl1pPr marL="0" marR="0" indent="0" algn="r" defTabSz="554492" eaLnBrk="1" fontAlgn="auto" latinLnBrk="0" hangingPunct="1">
              <a:lnSpc>
                <a:spcPts val="1698"/>
              </a:lnSpc>
              <a:spcBef>
                <a:spcPts val="0"/>
              </a:spcBef>
              <a:spcAft>
                <a:spcPts val="0"/>
              </a:spcAft>
              <a:buClrTx/>
              <a:buSzTx/>
              <a:buFontTx/>
              <a:buNone/>
              <a:tabLst/>
              <a:defRPr lang="en-US" sz="1050" b="0" kern="1200" spc="-3" dirty="0" err="1" smtClean="0">
                <a:solidFill>
                  <a:schemeClr val="tx1"/>
                </a:solidFill>
                <a:latin typeface="Space Mono" panose="02000509040000020004" pitchFamily="49" charset="0"/>
                <a:ea typeface="+mn-ea"/>
                <a:cs typeface="Space Mono" panose="02000509040000020004" pitchFamily="49" charset="0"/>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gn="l">
              <a:spcBef>
                <a:spcPts val="1008"/>
              </a:spcBef>
              <a:spcAft>
                <a:spcPts val="1008"/>
              </a:spcAft>
            </a:pPr>
            <a:r>
              <a:rPr lang="en-US" sz="2000" b="1">
                <a:latin typeface="+mj-lt"/>
                <a:cs typeface="+mn-cs"/>
              </a:rPr>
              <a:t>Inter-Personal</a:t>
            </a:r>
          </a:p>
        </p:txBody>
      </p:sp>
      <p:sp>
        <p:nvSpPr>
          <p:cNvPr id="8" name="TextBox 7">
            <a:extLst>
              <a:ext uri="{FF2B5EF4-FFF2-40B4-BE49-F238E27FC236}">
                <a16:creationId xmlns:a16="http://schemas.microsoft.com/office/drawing/2014/main" id="{60D2BD55-A58D-E1F5-CF26-DB244343D710}"/>
              </a:ext>
            </a:extLst>
          </p:cNvPr>
          <p:cNvSpPr txBox="1"/>
          <p:nvPr/>
        </p:nvSpPr>
        <p:spPr>
          <a:xfrm>
            <a:off x="9922669" y="2836069"/>
            <a:ext cx="0" cy="0"/>
          </a:xfrm>
          <a:prstGeom prst="rect">
            <a:avLst/>
          </a:prstGeom>
          <a:noFill/>
        </p:spPr>
        <p:txBody>
          <a:bodyPr wrap="none" lIns="0" tIns="0" rIns="0" bIns="0" rtlCol="0">
            <a:noAutofit/>
          </a:bodyPr>
          <a:lstStyle/>
          <a:p>
            <a:pPr algn="l"/>
            <a:endParaRPr lang="en-US"/>
          </a:p>
        </p:txBody>
      </p:sp>
      <p:sp>
        <p:nvSpPr>
          <p:cNvPr id="11" name="TextBox 10">
            <a:extLst>
              <a:ext uri="{FF2B5EF4-FFF2-40B4-BE49-F238E27FC236}">
                <a16:creationId xmlns:a16="http://schemas.microsoft.com/office/drawing/2014/main" id="{1930A575-43A4-7EFB-B716-83C832017ACF}"/>
              </a:ext>
            </a:extLst>
          </p:cNvPr>
          <p:cNvSpPr txBox="1"/>
          <p:nvPr/>
        </p:nvSpPr>
        <p:spPr>
          <a:xfrm>
            <a:off x="9594056" y="2864644"/>
            <a:ext cx="0" cy="0"/>
          </a:xfrm>
          <a:prstGeom prst="rect">
            <a:avLst/>
          </a:prstGeom>
          <a:noFill/>
        </p:spPr>
        <p:txBody>
          <a:bodyPr wrap="none" lIns="0" tIns="0" rIns="0" bIns="0" rtlCol="0">
            <a:noAutofit/>
          </a:bodyPr>
          <a:lstStyle/>
          <a:p>
            <a:pPr algn="l"/>
            <a:endParaRPr lang="en-US"/>
          </a:p>
        </p:txBody>
      </p:sp>
      <p:sp>
        <p:nvSpPr>
          <p:cNvPr id="12" name="TextBox 11">
            <a:extLst>
              <a:ext uri="{FF2B5EF4-FFF2-40B4-BE49-F238E27FC236}">
                <a16:creationId xmlns:a16="http://schemas.microsoft.com/office/drawing/2014/main" id="{95E53026-D0EC-9553-B44D-8F57B3414C34}"/>
              </a:ext>
            </a:extLst>
          </p:cNvPr>
          <p:cNvSpPr txBox="1"/>
          <p:nvPr/>
        </p:nvSpPr>
        <p:spPr>
          <a:xfrm>
            <a:off x="8293719" y="2721018"/>
            <a:ext cx="3888121" cy="1732204"/>
          </a:xfrm>
          <a:prstGeom prst="rect">
            <a:avLst/>
          </a:prstGeom>
          <a:noFill/>
        </p:spPr>
        <p:txBody>
          <a:bodyPr wrap="square" lIns="0" tIns="0" rIns="0" bIns="0" rtlCol="0">
            <a:noAutofit/>
          </a:bodyPr>
          <a:lstStyle/>
          <a:p>
            <a:pPr rtl="0" fontAlgn="ctr">
              <a:spcBef>
                <a:spcPts val="0"/>
              </a:spcBef>
              <a:spcAft>
                <a:spcPts val="0"/>
              </a:spcAft>
            </a:pPr>
            <a:r>
              <a:rPr lang="en-IN" sz="1400" dirty="0"/>
              <a:t>Hybrid Retrieval with FAISS + BM25</a:t>
            </a:r>
          </a:p>
          <a:p>
            <a:pPr rtl="0" fontAlgn="ctr">
              <a:spcBef>
                <a:spcPts val="0"/>
              </a:spcBef>
              <a:spcAft>
                <a:spcPts val="0"/>
              </a:spcAft>
            </a:pPr>
            <a:r>
              <a:rPr lang="en-IN" sz="1400" dirty="0"/>
              <a:t>Transformer-Based Embeddings </a:t>
            </a:r>
          </a:p>
          <a:p>
            <a:pPr rtl="0" fontAlgn="ctr">
              <a:spcBef>
                <a:spcPts val="0"/>
              </a:spcBef>
              <a:spcAft>
                <a:spcPts val="0"/>
              </a:spcAft>
            </a:pPr>
            <a:r>
              <a:rPr lang="en-IN" sz="1400" dirty="0"/>
              <a:t>LLM-Driven Query Reasoning</a:t>
            </a:r>
          </a:p>
          <a:p>
            <a:pPr rtl="0" fontAlgn="ctr">
              <a:spcBef>
                <a:spcPts val="0"/>
              </a:spcBef>
              <a:spcAft>
                <a:spcPts val="0"/>
              </a:spcAft>
            </a:pPr>
            <a:r>
              <a:rPr lang="en-IN" sz="1400" dirty="0"/>
              <a:t>Data Governance &amp; security</a:t>
            </a:r>
          </a:p>
          <a:p>
            <a:pPr rtl="0" fontAlgn="ctr">
              <a:spcBef>
                <a:spcPts val="0"/>
              </a:spcBef>
              <a:spcAft>
                <a:spcPts val="0"/>
              </a:spcAft>
            </a:pPr>
            <a:r>
              <a:rPr lang="en-IN" sz="1400" dirty="0"/>
              <a:t>File Summarization Support using LLM</a:t>
            </a:r>
          </a:p>
          <a:p>
            <a:pPr rtl="0" fontAlgn="ctr">
              <a:spcBef>
                <a:spcPts val="0"/>
              </a:spcBef>
              <a:spcAft>
                <a:spcPts val="0"/>
              </a:spcAft>
            </a:pPr>
            <a:r>
              <a:rPr lang="en-IN" sz="1400" dirty="0"/>
              <a:t>Real-Time Expansion for data visualization </a:t>
            </a:r>
          </a:p>
          <a:p>
            <a:pPr algn="l">
              <a:spcBef>
                <a:spcPts val="0"/>
              </a:spcBef>
              <a:spcAft>
                <a:spcPts val="0"/>
              </a:spcAft>
            </a:pPr>
            <a:endParaRPr lang="en-US" sz="1400" dirty="0">
              <a:latin typeface="+mn-lt"/>
            </a:endParaRPr>
          </a:p>
        </p:txBody>
      </p:sp>
      <p:sp>
        <p:nvSpPr>
          <p:cNvPr id="13" name="TextBox 12">
            <a:extLst>
              <a:ext uri="{FF2B5EF4-FFF2-40B4-BE49-F238E27FC236}">
                <a16:creationId xmlns:a16="http://schemas.microsoft.com/office/drawing/2014/main" id="{BA6742BF-AA8C-0131-7D10-DEE183AB4AA4}"/>
              </a:ext>
            </a:extLst>
          </p:cNvPr>
          <p:cNvSpPr txBox="1"/>
          <p:nvPr/>
        </p:nvSpPr>
        <p:spPr>
          <a:xfrm>
            <a:off x="9626638" y="4724400"/>
            <a:ext cx="1502752" cy="627532"/>
          </a:xfrm>
          <a:prstGeom prst="rect">
            <a:avLst/>
          </a:prstGeom>
          <a:noFill/>
        </p:spPr>
        <p:txBody>
          <a:bodyPr wrap="square" lIns="0" tIns="0" rIns="0" bIns="0" rtlCol="0">
            <a:noAutofit/>
          </a:bodyPr>
          <a:lstStyle/>
          <a:p>
            <a:pPr algn="l"/>
            <a:r>
              <a:rPr lang="en-US" sz="1450">
                <a:latin typeface="+mn-lt"/>
              </a:rPr>
              <a:t>Teamwork                    Networking Skills     Time Management and Organization               </a:t>
            </a:r>
          </a:p>
        </p:txBody>
      </p:sp>
      <p:sp>
        <p:nvSpPr>
          <p:cNvPr id="14" name="TextBox 13">
            <a:extLst>
              <a:ext uri="{FF2B5EF4-FFF2-40B4-BE49-F238E27FC236}">
                <a16:creationId xmlns:a16="http://schemas.microsoft.com/office/drawing/2014/main" id="{59AB82D1-F904-20E4-DDF8-505993109925}"/>
              </a:ext>
            </a:extLst>
          </p:cNvPr>
          <p:cNvSpPr txBox="1"/>
          <p:nvPr/>
        </p:nvSpPr>
        <p:spPr>
          <a:xfrm>
            <a:off x="457200" y="3991535"/>
            <a:ext cx="2809326" cy="1266265"/>
          </a:xfrm>
          <a:prstGeom prst="rect">
            <a:avLst/>
          </a:prstGeom>
          <a:noFill/>
        </p:spPr>
        <p:txBody>
          <a:bodyPr wrap="square" lIns="0" tIns="0" rIns="0" bIns="0" rtlCol="0">
            <a:noAutofit/>
          </a:bodyPr>
          <a:lstStyle/>
          <a:p>
            <a:pPr algn="r">
              <a:spcBef>
                <a:spcPts val="0"/>
              </a:spcBef>
              <a:spcAft>
                <a:spcPts val="0"/>
              </a:spcAft>
            </a:pPr>
            <a:r>
              <a:rPr lang="en-US" sz="1450">
                <a:latin typeface="+mn-lt"/>
              </a:rPr>
              <a:t>Women in Engineering Event  D&amp;T Intern Ping Pong Tournament              Breakout Events</a:t>
            </a:r>
          </a:p>
          <a:p>
            <a:pPr algn="r">
              <a:spcBef>
                <a:spcPts val="0"/>
              </a:spcBef>
              <a:spcAft>
                <a:spcPts val="0"/>
              </a:spcAft>
            </a:pPr>
            <a:r>
              <a:rPr lang="en-US" sz="1450">
                <a:latin typeface="+mn-lt"/>
              </a:rPr>
              <a:t>Volunteering at Bonton Farms </a:t>
            </a:r>
          </a:p>
          <a:p>
            <a:pPr algn="r"/>
            <a:endParaRPr lang="en-US" sz="1450">
              <a:latin typeface="+mn-lt"/>
            </a:endParaRPr>
          </a:p>
        </p:txBody>
      </p:sp>
      <p:sp>
        <p:nvSpPr>
          <p:cNvPr id="15" name="TextBox 14">
            <a:extLst>
              <a:ext uri="{FF2B5EF4-FFF2-40B4-BE49-F238E27FC236}">
                <a16:creationId xmlns:a16="http://schemas.microsoft.com/office/drawing/2014/main" id="{3AAE6B60-1C3D-F361-7B63-6A77A2637955}"/>
              </a:ext>
            </a:extLst>
          </p:cNvPr>
          <p:cNvSpPr txBox="1"/>
          <p:nvPr/>
        </p:nvSpPr>
        <p:spPr>
          <a:xfrm>
            <a:off x="944287" y="2238933"/>
            <a:ext cx="2445960" cy="627532"/>
          </a:xfrm>
          <a:prstGeom prst="rect">
            <a:avLst/>
          </a:prstGeom>
          <a:noFill/>
        </p:spPr>
        <p:txBody>
          <a:bodyPr wrap="square" lIns="0" tIns="0" rIns="0" bIns="0" rtlCol="0">
            <a:noAutofit/>
          </a:bodyPr>
          <a:lstStyle/>
          <a:p>
            <a:pPr algn="r"/>
            <a:r>
              <a:rPr lang="en-US" sz="1450">
                <a:latin typeface="+mn-lt"/>
              </a:rPr>
              <a:t>Agile Training                            D&amp;T 101 Series                  Executive Speaker Series </a:t>
            </a:r>
          </a:p>
        </p:txBody>
      </p:sp>
      <p:sp>
        <p:nvSpPr>
          <p:cNvPr id="17" name="Rectangle 16">
            <a:extLst>
              <a:ext uri="{FF2B5EF4-FFF2-40B4-BE49-F238E27FC236}">
                <a16:creationId xmlns:a16="http://schemas.microsoft.com/office/drawing/2014/main" id="{319D8A22-4C1A-A277-590F-E9F131D8401E}"/>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3328567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6D92F-D7DF-430A-AED0-AD3794559CDE}"/>
              </a:ext>
            </a:extLst>
          </p:cNvPr>
          <p:cNvSpPr>
            <a:spLocks noGrp="1"/>
          </p:cNvSpPr>
          <p:nvPr>
            <p:ph type="title"/>
          </p:nvPr>
        </p:nvSpPr>
        <p:spPr>
          <a:xfrm>
            <a:off x="2571199" y="1616227"/>
            <a:ext cx="7543378" cy="3024184"/>
          </a:xfrm>
        </p:spPr>
        <p:txBody>
          <a:bodyPr/>
          <a:lstStyle/>
          <a:p>
            <a:r>
              <a:rPr lang="en-IN" dirty="0"/>
              <a:t>THANKYOU!</a:t>
            </a:r>
          </a:p>
        </p:txBody>
      </p:sp>
      <p:sp>
        <p:nvSpPr>
          <p:cNvPr id="5" name="Rectangle 4">
            <a:extLst>
              <a:ext uri="{FF2B5EF4-FFF2-40B4-BE49-F238E27FC236}">
                <a16:creationId xmlns:a16="http://schemas.microsoft.com/office/drawing/2014/main" id="{5E2F3610-47D6-79FF-66B1-7BA9205C42D2}"/>
              </a:ext>
            </a:extLst>
          </p:cNvPr>
          <p:cNvSpPr/>
          <p:nvPr/>
        </p:nvSpPr>
        <p:spPr>
          <a:xfrm>
            <a:off x="9754088" y="363394"/>
            <a:ext cx="2239792" cy="394469"/>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IN" dirty="0">
              <a:solidFill>
                <a:schemeClr val="bg1"/>
              </a:solidFill>
            </a:endParaRPr>
          </a:p>
        </p:txBody>
      </p:sp>
    </p:spTree>
    <p:extLst>
      <p:ext uri="{BB962C8B-B14F-4D97-AF65-F5344CB8AC3E}">
        <p14:creationId xmlns:p14="http://schemas.microsoft.com/office/powerpoint/2010/main" val="2051598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itle 3">
            <a:extLst>
              <a:ext uri="{FF2B5EF4-FFF2-40B4-BE49-F238E27FC236}">
                <a16:creationId xmlns:a16="http://schemas.microsoft.com/office/drawing/2014/main" id="{19DDFA59-2133-90F3-0B88-9EBA21B6AAFA}"/>
              </a:ext>
            </a:extLst>
          </p:cNvPr>
          <p:cNvSpPr txBox="1">
            <a:spLocks/>
          </p:cNvSpPr>
          <p:nvPr/>
        </p:nvSpPr>
        <p:spPr>
          <a:xfrm>
            <a:off x="3581400" y="1524000"/>
            <a:ext cx="7021090" cy="3024184"/>
          </a:xfrm>
          <a:prstGeom prst="rect">
            <a:avLst/>
          </a:prstGeom>
        </p:spPr>
        <p:txBody>
          <a:bodyPr vert="horz" lIns="0" tIns="0" rIns="0" bIns="0" rtlCol="0" anchor="t">
            <a:normAutofit/>
          </a:bodyPr>
          <a:lstStyle>
            <a:lvl1pPr eaLnBrk="1" hangingPunct="1">
              <a:lnSpc>
                <a:spcPct val="85000"/>
              </a:lnSpc>
              <a:defRPr sz="5400" kern="1200" baseline="0">
                <a:solidFill>
                  <a:schemeClr val="accent6"/>
                </a:solidFill>
                <a:latin typeface="+mj-lt"/>
                <a:ea typeface="+mj-ea"/>
                <a:cs typeface="+mj-cs"/>
              </a:defRPr>
            </a:lvl1pPr>
          </a:lstStyle>
          <a:p>
            <a:pPr>
              <a:lnSpc>
                <a:spcPct val="80000"/>
              </a:lnSpc>
              <a:spcBef>
                <a:spcPts val="0"/>
              </a:spcBef>
              <a:spcAft>
                <a:spcPts val="600"/>
              </a:spcAft>
            </a:pPr>
            <a:r>
              <a:rPr lang="en-US" sz="9600" kern="1200" baseline="0">
                <a:solidFill>
                  <a:schemeClr val="bg1"/>
                </a:solidFill>
                <a:latin typeface="+mj-lt"/>
                <a:ea typeface="+mj-ea"/>
                <a:cs typeface="+mj-cs"/>
              </a:rPr>
              <a:t>Any </a:t>
            </a:r>
          </a:p>
          <a:p>
            <a:pPr>
              <a:lnSpc>
                <a:spcPct val="80000"/>
              </a:lnSpc>
              <a:spcBef>
                <a:spcPts val="0"/>
              </a:spcBef>
              <a:spcAft>
                <a:spcPts val="600"/>
              </a:spcAft>
            </a:pPr>
            <a:r>
              <a:rPr lang="en-US" sz="9600" kern="1200" baseline="0">
                <a:solidFill>
                  <a:schemeClr val="bg1"/>
                </a:solidFill>
                <a:latin typeface="+mj-lt"/>
                <a:ea typeface="+mj-ea"/>
                <a:cs typeface="+mj-cs"/>
              </a:rPr>
              <a:t>Questions</a:t>
            </a:r>
          </a:p>
        </p:txBody>
      </p:sp>
      <p:sp>
        <p:nvSpPr>
          <p:cNvPr id="7" name="TextBox 6">
            <a:extLst>
              <a:ext uri="{FF2B5EF4-FFF2-40B4-BE49-F238E27FC236}">
                <a16:creationId xmlns:a16="http://schemas.microsoft.com/office/drawing/2014/main" id="{76E5ECA5-E70D-8BD3-ED53-1EED5E04F9CB}"/>
              </a:ext>
            </a:extLst>
          </p:cNvPr>
          <p:cNvSpPr txBox="1"/>
          <p:nvPr/>
        </p:nvSpPr>
        <p:spPr>
          <a:xfrm>
            <a:off x="2333002" y="2469735"/>
            <a:ext cx="0" cy="0"/>
          </a:xfrm>
          <a:prstGeom prst="rect">
            <a:avLst/>
          </a:prstGeom>
          <a:noFill/>
        </p:spPr>
        <p:txBody>
          <a:bodyPr wrap="none" lIns="0" tIns="0" rIns="0" bIns="0" rtlCol="0">
            <a:noAutofit/>
          </a:bodyPr>
          <a:lstStyle/>
          <a:p>
            <a:pPr algn="l"/>
            <a:endParaRPr lang="en-US"/>
          </a:p>
        </p:txBody>
      </p:sp>
      <p:sp>
        <p:nvSpPr>
          <p:cNvPr id="11" name="TextBox 10">
            <a:extLst>
              <a:ext uri="{FF2B5EF4-FFF2-40B4-BE49-F238E27FC236}">
                <a16:creationId xmlns:a16="http://schemas.microsoft.com/office/drawing/2014/main" id="{D886D652-8347-0CB9-D191-5EA4D813059B}"/>
              </a:ext>
            </a:extLst>
          </p:cNvPr>
          <p:cNvSpPr txBox="1"/>
          <p:nvPr/>
        </p:nvSpPr>
        <p:spPr>
          <a:xfrm>
            <a:off x="2444097" y="2589376"/>
            <a:ext cx="0" cy="0"/>
          </a:xfrm>
          <a:prstGeom prst="rect">
            <a:avLst/>
          </a:prstGeom>
          <a:noFill/>
        </p:spPr>
        <p:txBody>
          <a:bodyPr wrap="none" lIns="0" tIns="0" rIns="0" bIns="0" rtlCol="0">
            <a:noAutofit/>
          </a:bodyPr>
          <a:lstStyle/>
          <a:p>
            <a:pPr algn="l"/>
            <a:endParaRPr lang="en-US"/>
          </a:p>
        </p:txBody>
      </p:sp>
      <p:sp>
        <p:nvSpPr>
          <p:cNvPr id="6" name="TextBox 5">
            <a:extLst>
              <a:ext uri="{FF2B5EF4-FFF2-40B4-BE49-F238E27FC236}">
                <a16:creationId xmlns:a16="http://schemas.microsoft.com/office/drawing/2014/main" id="{B007D774-42C2-75B5-4645-D2934A09D17C}"/>
              </a:ext>
            </a:extLst>
          </p:cNvPr>
          <p:cNvSpPr txBox="1"/>
          <p:nvPr/>
        </p:nvSpPr>
        <p:spPr>
          <a:xfrm>
            <a:off x="2318918" y="2531059"/>
            <a:ext cx="0" cy="0"/>
          </a:xfrm>
          <a:prstGeom prst="rect">
            <a:avLst/>
          </a:prstGeom>
          <a:noFill/>
        </p:spPr>
        <p:txBody>
          <a:bodyPr wrap="none" lIns="0" tIns="0" rIns="0" bIns="0" rtlCol="0">
            <a:noAutofit/>
          </a:bodyPr>
          <a:lstStyle/>
          <a:p>
            <a:pPr algn="l"/>
            <a:endParaRPr lang="en-US"/>
          </a:p>
        </p:txBody>
      </p:sp>
      <p:pic>
        <p:nvPicPr>
          <p:cNvPr id="12" name="Graphic 11" descr="Badge Question Mark with solid fill">
            <a:extLst>
              <a:ext uri="{FF2B5EF4-FFF2-40B4-BE49-F238E27FC236}">
                <a16:creationId xmlns:a16="http://schemas.microsoft.com/office/drawing/2014/main" id="{F4F2AFB2-FA1F-C438-7354-190819E83A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13518" y="2735895"/>
            <a:ext cx="1197113" cy="1197113"/>
          </a:xfrm>
          <a:prstGeom prst="rect">
            <a:avLst/>
          </a:prstGeom>
        </p:spPr>
      </p:pic>
    </p:spTree>
    <p:extLst>
      <p:ext uri="{BB962C8B-B14F-4D97-AF65-F5344CB8AC3E}">
        <p14:creationId xmlns:p14="http://schemas.microsoft.com/office/powerpoint/2010/main" val="116277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WS Emerald Master 20211104">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538184"/>
      </a:hlink>
      <a:folHlink>
        <a:srgbClr val="538184"/>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CBRE Emerald 16x9 ALL Template (US English) - v20230110.potx" id="{E19F42FA-2EDE-4117-B859-F4E60B0D8B1B}" vid="{EC3315EC-C8E3-4628-8A28-B954E7E3E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FEB6A222AEFF429AD772AD1C0C3706" ma:contentTypeVersion="18" ma:contentTypeDescription="Create a new document." ma:contentTypeScope="" ma:versionID="a931e97d9865b7bc6a44a93fb792c692">
  <xsd:schema xmlns:xsd="http://www.w3.org/2001/XMLSchema" xmlns:xs="http://www.w3.org/2001/XMLSchema" xmlns:p="http://schemas.microsoft.com/office/2006/metadata/properties" xmlns:ns2="c32f560e-a753-409e-861e-52144c1676ac" xmlns:ns3="60046278-96c6-4b25-88b2-0f81dbeec228" xmlns:ns4="afebe98a-ad4d-4bfc-ac9d-294564d51e1d" targetNamespace="http://schemas.microsoft.com/office/2006/metadata/properties" ma:root="true" ma:fieldsID="a8522f861ff570568ea6991154066b0b" ns2:_="" ns3:_="" ns4:_="">
    <xsd:import namespace="c32f560e-a753-409e-861e-52144c1676ac"/>
    <xsd:import namespace="60046278-96c6-4b25-88b2-0f81dbeec228"/>
    <xsd:import namespace="afebe98a-ad4d-4bfc-ac9d-294564d51e1d"/>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2:MediaServiceAutoTags" minOccurs="0"/>
                <xsd:element ref="ns2:MediaServiceOCR"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2f560e-a753-409e-861e-52144c1676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9d3f478-4f1e-489e-aec6-b8552e7cfc20"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046278-96c6-4b25-88b2-0f81dbeec228"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ebe98a-ad4d-4bfc-ac9d-294564d51e1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5b7b017e-bc72-4f34-86f9-6b511a52f600}" ma:internalName="TaxCatchAll" ma:showField="CatchAllData" ma:web="60046278-96c6-4b25-88b2-0f81dbeec2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febe98a-ad4d-4bfc-ac9d-294564d51e1d" xsi:nil="true"/>
    <lcf76f155ced4ddcb4097134ff3c332f xmlns="c32f560e-a753-409e-861e-52144c1676a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815430-B44A-4DD4-A72C-F3911AE72CD4}">
  <ds:schemaRefs>
    <ds:schemaRef ds:uri="60046278-96c6-4b25-88b2-0f81dbeec228"/>
    <ds:schemaRef ds:uri="afebe98a-ad4d-4bfc-ac9d-294564d51e1d"/>
    <ds:schemaRef ds:uri="c32f560e-a753-409e-861e-52144c1676a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A87E25-6B6B-407F-8964-E1AA01253388}">
  <ds:schemaRefs>
    <ds:schemaRef ds:uri="37f34b39-ae9a-42c3-aa23-9e04d25d7d68"/>
    <ds:schemaRef ds:uri="65f63ffe-09f2-48f2-a153-3382f1b870a7"/>
    <ds:schemaRef ds:uri="afebe98a-ad4d-4bfc-ac9d-294564d51e1d"/>
    <ds:schemaRef ds:uri="c32f560e-a753-409e-861e-52144c1676a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9F32667-1298-4C2D-B50A-D63458841D46}">
  <ds:schemaRefs>
    <ds:schemaRef ds:uri="http://schemas.microsoft.com/sharepoint/v3/contenttype/forms"/>
  </ds:schemaRefs>
</ds:datastoreItem>
</file>

<file path=docMetadata/LabelInfo.xml><?xml version="1.0" encoding="utf-8"?>
<clbl:labelList xmlns:clbl="http://schemas.microsoft.com/office/2020/mipLabelMetadata">
  <clbl:label id="{bb24e89f-6132-424b-9c64-0340397f5d20}"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Facet</Template>
  <TotalTime>5721</TotalTime>
  <Words>656</Words>
  <Application>Microsoft Office PowerPoint</Application>
  <PresentationFormat>Widescreen</PresentationFormat>
  <Paragraphs>165</Paragraphs>
  <Slides>19</Slides>
  <Notes>10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19</vt:i4>
      </vt:variant>
    </vt:vector>
  </HeadingPairs>
  <TitlesOfParts>
    <vt:vector size="36" baseType="lpstr">
      <vt:lpstr>Arial</vt:lpstr>
      <vt:lpstr>Arial Narrow</vt:lpstr>
      <vt:lpstr>Arial,Sans-Serif</vt:lpstr>
      <vt:lpstr>Barlow Condensed</vt:lpstr>
      <vt:lpstr>Calibre</vt:lpstr>
      <vt:lpstr>Calibre Bold</vt:lpstr>
      <vt:lpstr>Calibre Light</vt:lpstr>
      <vt:lpstr>Calibre Medium</vt:lpstr>
      <vt:lpstr>Calibre Semibold</vt:lpstr>
      <vt:lpstr>Calibre-Light</vt:lpstr>
      <vt:lpstr>Calibre-Semibold</vt:lpstr>
      <vt:lpstr>Calibri</vt:lpstr>
      <vt:lpstr>Financier Display</vt:lpstr>
      <vt:lpstr>Financier Display Medium</vt:lpstr>
      <vt:lpstr>Financier Display Semibold</vt:lpstr>
      <vt:lpstr>Space Mono</vt:lpstr>
      <vt:lpstr>GWS Emerald Master 20211104</vt:lpstr>
      <vt:lpstr>FinSight AI Assistant  AI-Powered Enterprise Finance Analytics Copilot </vt:lpstr>
      <vt:lpstr>About Me</vt:lpstr>
      <vt:lpstr>Agenda</vt:lpstr>
      <vt:lpstr>Problem Statement</vt:lpstr>
      <vt:lpstr>Timeline</vt:lpstr>
      <vt:lpstr>PowerPoint Presentation</vt:lpstr>
      <vt:lpstr>PowerPoint Presentation</vt:lpstr>
      <vt:lpstr>Possible LLM Solutions for Finance Automation</vt:lpstr>
      <vt:lpstr>PowerPoint Presentation</vt:lpstr>
      <vt:lpstr>PowerPoint Presentation</vt:lpstr>
      <vt:lpstr>PowerPoint Presentation</vt:lpstr>
      <vt:lpstr>PowerPoint Presentation</vt:lpstr>
      <vt:lpstr>PowerPoint Presentation</vt:lpstr>
      <vt:lpstr>PowerPoint Presentation</vt:lpstr>
      <vt:lpstr>Demo</vt:lpstr>
      <vt:lpstr>PowerPoint Presentation</vt:lpstr>
      <vt:lpstr>PowerPoint Presentation</vt:lpstr>
      <vt:lpstr>THANKYOU!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Murphy, Hayley @ Dallas</dc:creator>
  <cp:lastModifiedBy>Bhatt, Mahima Kardam</cp:lastModifiedBy>
  <cp:revision>13</cp:revision>
  <dcterms:created xsi:type="dcterms:W3CDTF">2024-07-15T20:21:48Z</dcterms:created>
  <dcterms:modified xsi:type="dcterms:W3CDTF">2026-07-09T15:18:05Z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MediaServiceImageTags">
    <vt:lpwstr/>
  </property>
</Properties>
</file>